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wdp" ContentType="image/vnd.ms-photo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charts/chart1.xml" ContentType="application/vnd.openxmlformats-officedocument.drawingml.chart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5" r:id="rId1"/>
    <p:sldMasterId id="2147483676" r:id="rId2"/>
  </p:sldMasterIdLst>
  <p:notesMasterIdLst>
    <p:notesMasterId r:id="rId24"/>
  </p:notesMasterIdLst>
  <p:sldIdLst>
    <p:sldId id="256" r:id="rId3"/>
    <p:sldId id="257" r:id="rId4"/>
    <p:sldId id="258" r:id="rId5"/>
    <p:sldId id="259" r:id="rId6"/>
    <p:sldId id="260" r:id="rId7"/>
    <p:sldId id="262" r:id="rId8"/>
    <p:sldId id="263" r:id="rId9"/>
    <p:sldId id="299" r:id="rId10"/>
    <p:sldId id="300" r:id="rId11"/>
    <p:sldId id="301" r:id="rId12"/>
    <p:sldId id="302" r:id="rId13"/>
    <p:sldId id="303" r:id="rId14"/>
    <p:sldId id="304" r:id="rId15"/>
    <p:sldId id="305" r:id="rId16"/>
    <p:sldId id="306" r:id="rId17"/>
    <p:sldId id="307" r:id="rId18"/>
    <p:sldId id="308" r:id="rId19"/>
    <p:sldId id="309" r:id="rId20"/>
    <p:sldId id="310" r:id="rId21"/>
    <p:sldId id="311" r:id="rId22"/>
    <p:sldId id="312" r:id="rId23"/>
  </p:sldIdLst>
  <p:sldSz cx="9144000" cy="5143500" type="screen16x9"/>
  <p:notesSz cx="6858000" cy="9144000"/>
  <p:embeddedFontLst>
    <p:embeddedFont>
      <p:font typeface="Cambria" panose="02040503050406030204" pitchFamily="18" charset="0"/>
      <p:regular r:id="rId25"/>
      <p:bold r:id="rId26"/>
      <p:italic r:id="rId27"/>
      <p:boldItalic r:id="rId28"/>
    </p:embeddedFont>
    <p:embeddedFont>
      <p:font typeface="Goldman" panose="020B0604020202020204" charset="0"/>
      <p:regular r:id="rId29"/>
      <p:bold r:id="rId30"/>
    </p:embeddedFont>
    <p:embeddedFont>
      <p:font typeface="Mulish" panose="020B0604020202020204" charset="0"/>
      <p:regular r:id="rId31"/>
      <p:bold r:id="rId32"/>
      <p:italic r:id="rId33"/>
      <p:boldItalic r:id="rId34"/>
    </p:embeddedFont>
    <p:embeddedFont>
      <p:font typeface="Nunito Light" pitchFamily="2" charset="0"/>
      <p:regular r:id="rId35"/>
      <p:italic r:id="rId36"/>
    </p:embeddedFont>
    <p:embeddedFont>
      <p:font typeface="Proxima Nova" panose="020B0604020202020204" charset="0"/>
      <p:regular r:id="rId37"/>
      <p:bold r:id="rId38"/>
      <p:italic r:id="rId39"/>
      <p:boldItalic r:id="rId4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F775602D-E4A0-49B0-AC41-73FADDB2B781}">
  <a:tblStyle styleId="{F775602D-E4A0-49B0-AC41-73FADDB2B78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F9C42B29-EFF3-4CB5-B4C3-91800D20D9D1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1" d="100"/>
          <a:sy n="111" d="100"/>
        </p:scale>
        <p:origin x="393" y="4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font" Target="fonts/font2.fntdata"/><Relationship Id="rId39" Type="http://schemas.openxmlformats.org/officeDocument/2006/relationships/font" Target="fonts/font15.fntdata"/><Relationship Id="rId21" Type="http://schemas.openxmlformats.org/officeDocument/2006/relationships/slide" Target="slides/slide19.xml"/><Relationship Id="rId34" Type="http://schemas.openxmlformats.org/officeDocument/2006/relationships/font" Target="fonts/font10.fntdata"/><Relationship Id="rId42" Type="http://schemas.openxmlformats.org/officeDocument/2006/relationships/viewProps" Target="viewProp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font" Target="fonts/font5.fntdata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notesMaster" Target="notesMasters/notesMaster1.xml"/><Relationship Id="rId32" Type="http://schemas.openxmlformats.org/officeDocument/2006/relationships/font" Target="fonts/font8.fntdata"/><Relationship Id="rId37" Type="http://schemas.openxmlformats.org/officeDocument/2006/relationships/font" Target="fonts/font13.fntdata"/><Relationship Id="rId40" Type="http://schemas.openxmlformats.org/officeDocument/2006/relationships/font" Target="fonts/font16.fntdata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font" Target="fonts/font4.fntdata"/><Relationship Id="rId36" Type="http://schemas.openxmlformats.org/officeDocument/2006/relationships/font" Target="fonts/font12.fntdata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font" Target="fonts/font7.fntdata"/><Relationship Id="rId44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font" Target="fonts/font3.fntdata"/><Relationship Id="rId30" Type="http://schemas.openxmlformats.org/officeDocument/2006/relationships/font" Target="fonts/font6.fntdata"/><Relationship Id="rId35" Type="http://schemas.openxmlformats.org/officeDocument/2006/relationships/font" Target="fonts/font11.fntdata"/><Relationship Id="rId43" Type="http://schemas.openxmlformats.org/officeDocument/2006/relationships/theme" Target="theme/theme1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font" Target="fonts/font1.fntdata"/><Relationship Id="rId33" Type="http://schemas.openxmlformats.org/officeDocument/2006/relationships/font" Target="fonts/font9.fntdata"/><Relationship Id="rId38" Type="http://schemas.openxmlformats.org/officeDocument/2006/relationships/font" Target="fonts/font14.fntdata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MAE (kW)</c:v>
                </c:pt>
              </c:strCache>
            </c:strRef>
          </c:tx>
          <c:invertIfNegative val="1"/>
          <c:dPt>
            <c:idx val="0"/>
            <c:invertIfNegative val="1"/>
            <c:bubble3D val="0"/>
            <c:spPr>
              <a:solidFill>
                <a:srgbClr val="9FB4C4"/>
              </a:solidFill>
            </c:spPr>
            <c:extLst>
              <c:ext xmlns:c16="http://schemas.microsoft.com/office/drawing/2014/chart" uri="{C3380CC4-5D6E-409C-BE32-E72D297353CC}">
                <c16:uniqueId val="{00000001-F7BB-4AB6-91C4-433DBF1138BE}"/>
              </c:ext>
            </c:extLst>
          </c:dPt>
          <c:dPt>
            <c:idx val="1"/>
            <c:invertIfNegative val="1"/>
            <c:bubble3D val="0"/>
            <c:spPr>
              <a:solidFill>
                <a:srgbClr val="C6DBE8"/>
              </a:solidFill>
            </c:spPr>
            <c:extLst>
              <c:ext xmlns:c16="http://schemas.microsoft.com/office/drawing/2014/chart" uri="{C3380CC4-5D6E-409C-BE32-E72D297353CC}">
                <c16:uniqueId val="{00000003-F7BB-4AB6-91C4-433DBF1138BE}"/>
              </c:ext>
            </c:extLst>
          </c:dPt>
          <c:dPt>
            <c:idx val="2"/>
            <c:invertIfNegative val="1"/>
            <c:bubble3D val="0"/>
            <c:spPr>
              <a:solidFill>
                <a:srgbClr val="065A82"/>
              </a:solidFill>
            </c:spPr>
            <c:extLst>
              <c:ext xmlns:c16="http://schemas.microsoft.com/office/drawing/2014/chart" uri="{C3380CC4-5D6E-409C-BE32-E72D297353CC}">
                <c16:uniqueId val="{00000005-F7BB-4AB6-91C4-433DBF1138BE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1">
                    <a:solidFill>
                      <a:srgbClr val="13293D"/>
                    </a:solidFill>
                    <a:latin typeface="Cambria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Naive</c:v>
                </c:pt>
                <c:pt idx="1">
                  <c:v>Moving average</c:v>
                </c:pt>
                <c:pt idx="2">
                  <c:v>LSTM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4007.33</c:v>
                </c:pt>
                <c:pt idx="1">
                  <c:v>11695.04</c:v>
                </c:pt>
                <c:pt idx="2">
                  <c:v>1521.6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F7BB-4AB6-91C4-433DBF1138BE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E1E8EF"/>
            </a:solidFill>
          </a:ln>
        </c:spPr>
        <c:txPr>
          <a:bodyPr/>
          <a:lstStyle/>
          <a:p>
            <a:pPr>
              <a:defRPr sz="1000">
                <a:solidFill>
                  <a:srgbClr val="5A6B7B"/>
                </a:solidFill>
                <a:latin typeface="Calibri"/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>
          <c:spPr>
            <a:ln w="9525">
              <a:solidFill>
                <a:srgbClr val="E1E8EF"/>
              </a:solidFill>
            </a:ln>
          </c:spPr>
        </c:majorGridlines>
        <c:numFmt formatCode="General" sourceLinked="1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>
                <a:solidFill>
                  <a:srgbClr val="5A6B7B"/>
                </a:solidFill>
                <a:latin typeface="Calibri"/>
              </a:defRPr>
            </a:pPr>
            <a:endParaRPr lang="en-US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000"/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g4dfce81f1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0" name="Google Shape;550;g4dfce81f1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Good morning. My project builds a low-cost smart grid monitoring system for SMEs, combining IoT sensing with machine learning for forecasting and anomaly detection.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gd431007ba2_0_2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7" name="Google Shape;557;gd431007ba2_0_2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Twenty minutes: problem and gap first, then the system, then the evidence and results.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g244410814a9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6" name="Google Shape;566;g244410814a9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The hook: energy blindness is not a technology problem any more, it is an affordability problem.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Google Shape;572;gd431007ba2_0_2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3" name="Google Shape;573;gd431007ba2_0_2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Four paradigm shifts frame the work: decentralisation, IIoT, and machine learning.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Google Shape;598;g54dda1946d_6_3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9" name="Google Shape;599;g54dda1946d_6_3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The gap is not a missing algorithm; it is a missing affordable, integrated, reproducible system.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" name="Google Shape;627;g54dda1946d_6_3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8" name="Google Shape;628;g54dda1946d_6_3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Eight objectives in the paper; these six carry the technical work.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Google Shape;645;g184d99d1a72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6" name="Google Shape;646;g184d99d1a72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One pipeline serves both models. The ordering of split-then-scale is the single most important methodological control.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Two public benchmarks carry the evaluation; the restaurant deployment is a live proof of concept, honestly reported as not yet executed.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This slide is the bridge from literature to build: each decision has a citation behind it.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Data flows strictly downward. That is what lets me swap benchmark files for live sensor data without touching the models.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Two algorithms, one shared pipeline, running in parallel and meeting again at the dashboard.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This is what justified the preprocessing decisions rather than assuming them.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Average prediction within about 370 watts of true hourly demand.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Validation is not only about passing; it is about what I changed when it failed.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Be explicit in the viva: agreement, not accuracy. That honesty is a strength, not a weakness.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Expect a question on MAPE. The answer is prepared: it is a metric artefact, not a model weakness.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Same code, different country, different scale. Larger margins because city load is smoother.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This is the answer to "how do you know it works?"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Naming limitations before the examiner does is what makes the rest credible.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Close on the thesis: this is a distribution problem, and the distribution problem is now solvable.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Ten shown; all 43 are verified and cited in both documents.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s://bit.ly/3A1uf1Q" TargetMode="External"/><Relationship Id="rId1" Type="http://schemas.openxmlformats.org/officeDocument/2006/relationships/slideMaster" Target="../slideMasters/slideMaster1.xml"/><Relationship Id="rId4" Type="http://schemas.openxmlformats.org/officeDocument/2006/relationships/hyperlink" Target="http://bit.ly/2TtBDfr" TargetMode="Externa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713225" y="1084425"/>
            <a:ext cx="4528800" cy="2346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713225" y="3431013"/>
            <a:ext cx="4528800" cy="36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471725" y="298000"/>
            <a:ext cx="241500" cy="241500"/>
            <a:chOff x="-1752450" y="4362450"/>
            <a:chExt cx="241500" cy="241500"/>
          </a:xfrm>
        </p:grpSpPr>
        <p:sp>
          <p:nvSpPr>
            <p:cNvPr id="12" name="Google Shape;12;p2"/>
            <p:cNvSpPr/>
            <p:nvPr/>
          </p:nvSpPr>
          <p:spPr>
            <a:xfrm>
              <a:off x="-1752450" y="4362450"/>
              <a:ext cx="114300" cy="2415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5400000">
              <a:off x="-1688850" y="4298850"/>
              <a:ext cx="114300" cy="2415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" name="Google Shape;14;p2"/>
          <p:cNvGrpSpPr/>
          <p:nvPr/>
        </p:nvGrpSpPr>
        <p:grpSpPr>
          <a:xfrm>
            <a:off x="713225" y="4676775"/>
            <a:ext cx="742950" cy="76200"/>
            <a:chOff x="2647950" y="4676775"/>
            <a:chExt cx="742950" cy="76200"/>
          </a:xfrm>
        </p:grpSpPr>
        <p:sp>
          <p:nvSpPr>
            <p:cNvPr id="15" name="Google Shape;15;p2"/>
            <p:cNvSpPr/>
            <p:nvPr/>
          </p:nvSpPr>
          <p:spPr>
            <a:xfrm>
              <a:off x="2647950" y="4676775"/>
              <a:ext cx="76200" cy="762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2870200" y="4676775"/>
              <a:ext cx="76200" cy="762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3092450" y="4676775"/>
              <a:ext cx="76200" cy="762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3314700" y="4676775"/>
              <a:ext cx="76200" cy="762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4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4"/>
          <p:cNvSpPr txBox="1">
            <a:spLocks noGrp="1"/>
          </p:cNvSpPr>
          <p:nvPr>
            <p:ph type="body" idx="1"/>
          </p:nvPr>
        </p:nvSpPr>
        <p:spPr>
          <a:xfrm>
            <a:off x="720000" y="1215751"/>
            <a:ext cx="7704000" cy="106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◇"/>
              <a:defRPr/>
            </a:lvl1pPr>
            <a:lvl2pPr marL="914400" lvl="1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2pPr>
            <a:lvl3pPr marL="1371600" lvl="2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3pPr>
            <a:lvl4pPr marL="1828800" lvl="3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4pPr>
            <a:lvl5pPr marL="2286000" lvl="4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5pPr>
            <a:lvl6pPr marL="2743200" lvl="5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6pPr>
            <a:lvl7pPr marL="3200400" lvl="6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7pPr>
            <a:lvl8pPr marL="3657600" lvl="7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8pPr>
            <a:lvl9pPr marL="4114800" lvl="8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9pPr>
          </a:lstStyle>
          <a:p>
            <a:endParaRPr/>
          </a:p>
        </p:txBody>
      </p:sp>
      <p:grpSp>
        <p:nvGrpSpPr>
          <p:cNvPr id="34" name="Google Shape;34;p4"/>
          <p:cNvGrpSpPr/>
          <p:nvPr/>
        </p:nvGrpSpPr>
        <p:grpSpPr>
          <a:xfrm>
            <a:off x="471725" y="298000"/>
            <a:ext cx="241500" cy="241500"/>
            <a:chOff x="-1752450" y="4362450"/>
            <a:chExt cx="241500" cy="241500"/>
          </a:xfrm>
        </p:grpSpPr>
        <p:sp>
          <p:nvSpPr>
            <p:cNvPr id="35" name="Google Shape;35;p4"/>
            <p:cNvSpPr/>
            <p:nvPr/>
          </p:nvSpPr>
          <p:spPr>
            <a:xfrm>
              <a:off x="-1752450" y="4362450"/>
              <a:ext cx="114300" cy="2415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6;p4"/>
            <p:cNvSpPr/>
            <p:nvPr/>
          </p:nvSpPr>
          <p:spPr>
            <a:xfrm rot="5400000">
              <a:off x="-1688850" y="4298850"/>
              <a:ext cx="114300" cy="2415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7" name="Google Shape;37;p4"/>
          <p:cNvGrpSpPr/>
          <p:nvPr/>
        </p:nvGrpSpPr>
        <p:grpSpPr>
          <a:xfrm rot="5400000">
            <a:off x="8262700" y="4196775"/>
            <a:ext cx="742950" cy="76200"/>
            <a:chOff x="2647950" y="4676775"/>
            <a:chExt cx="742950" cy="76200"/>
          </a:xfrm>
        </p:grpSpPr>
        <p:sp>
          <p:nvSpPr>
            <p:cNvPr id="38" name="Google Shape;38;p4"/>
            <p:cNvSpPr/>
            <p:nvPr/>
          </p:nvSpPr>
          <p:spPr>
            <a:xfrm>
              <a:off x="2647950" y="4676775"/>
              <a:ext cx="76200" cy="762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39;p4"/>
            <p:cNvSpPr/>
            <p:nvPr/>
          </p:nvSpPr>
          <p:spPr>
            <a:xfrm>
              <a:off x="2870200" y="4676775"/>
              <a:ext cx="76200" cy="762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40;p4"/>
            <p:cNvSpPr/>
            <p:nvPr/>
          </p:nvSpPr>
          <p:spPr>
            <a:xfrm>
              <a:off x="3092450" y="4676775"/>
              <a:ext cx="76200" cy="762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41;p4"/>
            <p:cNvSpPr/>
            <p:nvPr/>
          </p:nvSpPr>
          <p:spPr>
            <a:xfrm>
              <a:off x="3314700" y="4676775"/>
              <a:ext cx="76200" cy="762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5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5"/>
          <p:cNvSpPr txBox="1">
            <a:spLocks noGrp="1"/>
          </p:cNvSpPr>
          <p:nvPr>
            <p:ph type="subTitle" idx="1"/>
          </p:nvPr>
        </p:nvSpPr>
        <p:spPr>
          <a:xfrm>
            <a:off x="4923137" y="2599272"/>
            <a:ext cx="2505600" cy="175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5"/>
          <p:cNvSpPr txBox="1">
            <a:spLocks noGrp="1"/>
          </p:cNvSpPr>
          <p:nvPr>
            <p:ph type="subTitle" idx="2"/>
          </p:nvPr>
        </p:nvSpPr>
        <p:spPr>
          <a:xfrm>
            <a:off x="1715263" y="2599272"/>
            <a:ext cx="2505600" cy="175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5"/>
          <p:cNvSpPr txBox="1">
            <a:spLocks noGrp="1"/>
          </p:cNvSpPr>
          <p:nvPr>
            <p:ph type="subTitle" idx="3"/>
          </p:nvPr>
        </p:nvSpPr>
        <p:spPr>
          <a:xfrm>
            <a:off x="1715263" y="2269340"/>
            <a:ext cx="25056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Goldman"/>
              <a:buNone/>
              <a:defRPr sz="2100">
                <a:solidFill>
                  <a:schemeClr val="lt1"/>
                </a:solidFill>
                <a:latin typeface="Goldman"/>
                <a:ea typeface="Goldman"/>
                <a:cs typeface="Goldman"/>
                <a:sym typeface="Goldman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Goldman"/>
              <a:buNone/>
              <a:defRPr sz="2100">
                <a:latin typeface="Goldman"/>
                <a:ea typeface="Goldman"/>
                <a:cs typeface="Goldman"/>
                <a:sym typeface="Goldman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Goldman"/>
              <a:buNone/>
              <a:defRPr sz="2100">
                <a:latin typeface="Goldman"/>
                <a:ea typeface="Goldman"/>
                <a:cs typeface="Goldman"/>
                <a:sym typeface="Goldman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Goldman"/>
              <a:buNone/>
              <a:defRPr sz="2100">
                <a:latin typeface="Goldman"/>
                <a:ea typeface="Goldman"/>
                <a:cs typeface="Goldman"/>
                <a:sym typeface="Goldman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Goldman"/>
              <a:buNone/>
              <a:defRPr sz="2100">
                <a:latin typeface="Goldman"/>
                <a:ea typeface="Goldman"/>
                <a:cs typeface="Goldman"/>
                <a:sym typeface="Goldman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Goldman"/>
              <a:buNone/>
              <a:defRPr sz="2100">
                <a:latin typeface="Goldman"/>
                <a:ea typeface="Goldman"/>
                <a:cs typeface="Goldman"/>
                <a:sym typeface="Goldman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Goldman"/>
              <a:buNone/>
              <a:defRPr sz="2100">
                <a:latin typeface="Goldman"/>
                <a:ea typeface="Goldman"/>
                <a:cs typeface="Goldman"/>
                <a:sym typeface="Goldman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Goldman"/>
              <a:buNone/>
              <a:defRPr sz="2100">
                <a:latin typeface="Goldman"/>
                <a:ea typeface="Goldman"/>
                <a:cs typeface="Goldman"/>
                <a:sym typeface="Goldman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Goldman"/>
              <a:buNone/>
              <a:defRPr sz="2100">
                <a:latin typeface="Goldman"/>
                <a:ea typeface="Goldman"/>
                <a:cs typeface="Goldman"/>
                <a:sym typeface="Goldman"/>
              </a:defRPr>
            </a:lvl9pPr>
          </a:lstStyle>
          <a:p>
            <a:endParaRPr/>
          </a:p>
        </p:txBody>
      </p:sp>
      <p:sp>
        <p:nvSpPr>
          <p:cNvPr id="47" name="Google Shape;47;p5"/>
          <p:cNvSpPr txBox="1">
            <a:spLocks noGrp="1"/>
          </p:cNvSpPr>
          <p:nvPr>
            <p:ph type="subTitle" idx="4"/>
          </p:nvPr>
        </p:nvSpPr>
        <p:spPr>
          <a:xfrm>
            <a:off x="4923137" y="2269340"/>
            <a:ext cx="25056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Goldman"/>
              <a:buNone/>
              <a:defRPr sz="2100">
                <a:solidFill>
                  <a:schemeClr val="lt1"/>
                </a:solidFill>
                <a:latin typeface="Goldman"/>
                <a:ea typeface="Goldman"/>
                <a:cs typeface="Goldman"/>
                <a:sym typeface="Goldman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Goldman"/>
              <a:buNone/>
              <a:defRPr sz="2100">
                <a:latin typeface="Goldman"/>
                <a:ea typeface="Goldman"/>
                <a:cs typeface="Goldman"/>
                <a:sym typeface="Goldman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Goldman"/>
              <a:buNone/>
              <a:defRPr sz="2100">
                <a:latin typeface="Goldman"/>
                <a:ea typeface="Goldman"/>
                <a:cs typeface="Goldman"/>
                <a:sym typeface="Goldman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Goldman"/>
              <a:buNone/>
              <a:defRPr sz="2100">
                <a:latin typeface="Goldman"/>
                <a:ea typeface="Goldman"/>
                <a:cs typeface="Goldman"/>
                <a:sym typeface="Goldman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Goldman"/>
              <a:buNone/>
              <a:defRPr sz="2100">
                <a:latin typeface="Goldman"/>
                <a:ea typeface="Goldman"/>
                <a:cs typeface="Goldman"/>
                <a:sym typeface="Goldman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Goldman"/>
              <a:buNone/>
              <a:defRPr sz="2100">
                <a:latin typeface="Goldman"/>
                <a:ea typeface="Goldman"/>
                <a:cs typeface="Goldman"/>
                <a:sym typeface="Goldman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Goldman"/>
              <a:buNone/>
              <a:defRPr sz="2100">
                <a:latin typeface="Goldman"/>
                <a:ea typeface="Goldman"/>
                <a:cs typeface="Goldman"/>
                <a:sym typeface="Goldman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Goldman"/>
              <a:buNone/>
              <a:defRPr sz="2100">
                <a:latin typeface="Goldman"/>
                <a:ea typeface="Goldman"/>
                <a:cs typeface="Goldman"/>
                <a:sym typeface="Goldman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Goldman"/>
              <a:buNone/>
              <a:defRPr sz="2100">
                <a:latin typeface="Goldman"/>
                <a:ea typeface="Goldman"/>
                <a:cs typeface="Goldman"/>
                <a:sym typeface="Goldman"/>
              </a:defRPr>
            </a:lvl9pPr>
          </a:lstStyle>
          <a:p>
            <a:endParaRPr/>
          </a:p>
        </p:txBody>
      </p:sp>
      <p:grpSp>
        <p:nvGrpSpPr>
          <p:cNvPr id="48" name="Google Shape;48;p5"/>
          <p:cNvGrpSpPr/>
          <p:nvPr/>
        </p:nvGrpSpPr>
        <p:grpSpPr>
          <a:xfrm flipH="1">
            <a:off x="8430775" y="298000"/>
            <a:ext cx="241500" cy="241500"/>
            <a:chOff x="-1752450" y="4362450"/>
            <a:chExt cx="241500" cy="241500"/>
          </a:xfrm>
        </p:grpSpPr>
        <p:sp>
          <p:nvSpPr>
            <p:cNvPr id="49" name="Google Shape;49;p5"/>
            <p:cNvSpPr/>
            <p:nvPr/>
          </p:nvSpPr>
          <p:spPr>
            <a:xfrm>
              <a:off x="-1752450" y="4362450"/>
              <a:ext cx="114300" cy="2415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50;p5"/>
            <p:cNvSpPr/>
            <p:nvPr/>
          </p:nvSpPr>
          <p:spPr>
            <a:xfrm rot="5400000">
              <a:off x="-1688850" y="4298850"/>
              <a:ext cx="114300" cy="2415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1" name="Google Shape;51;p5"/>
          <p:cNvGrpSpPr/>
          <p:nvPr/>
        </p:nvGrpSpPr>
        <p:grpSpPr>
          <a:xfrm>
            <a:off x="4200525" y="4676775"/>
            <a:ext cx="742950" cy="76200"/>
            <a:chOff x="2647950" y="4676775"/>
            <a:chExt cx="742950" cy="76200"/>
          </a:xfrm>
        </p:grpSpPr>
        <p:sp>
          <p:nvSpPr>
            <p:cNvPr id="52" name="Google Shape;52;p5"/>
            <p:cNvSpPr/>
            <p:nvPr/>
          </p:nvSpPr>
          <p:spPr>
            <a:xfrm>
              <a:off x="2647950" y="4676775"/>
              <a:ext cx="76200" cy="762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53;p5"/>
            <p:cNvSpPr/>
            <p:nvPr/>
          </p:nvSpPr>
          <p:spPr>
            <a:xfrm>
              <a:off x="2870200" y="4676775"/>
              <a:ext cx="76200" cy="762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54;p5"/>
            <p:cNvSpPr/>
            <p:nvPr/>
          </p:nvSpPr>
          <p:spPr>
            <a:xfrm>
              <a:off x="3092450" y="4676775"/>
              <a:ext cx="76200" cy="762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55;p5"/>
            <p:cNvSpPr/>
            <p:nvPr/>
          </p:nvSpPr>
          <p:spPr>
            <a:xfrm>
              <a:off x="3314700" y="4676775"/>
              <a:ext cx="76200" cy="762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6" name="Google Shape;56;p5"/>
          <p:cNvGrpSpPr/>
          <p:nvPr/>
        </p:nvGrpSpPr>
        <p:grpSpPr>
          <a:xfrm>
            <a:off x="74089" y="2876575"/>
            <a:ext cx="1115390" cy="3194439"/>
            <a:chOff x="74089" y="2876575"/>
            <a:chExt cx="1115390" cy="3194439"/>
          </a:xfrm>
        </p:grpSpPr>
        <p:grpSp>
          <p:nvGrpSpPr>
            <p:cNvPr id="57" name="Google Shape;57;p5"/>
            <p:cNvGrpSpPr/>
            <p:nvPr/>
          </p:nvGrpSpPr>
          <p:grpSpPr>
            <a:xfrm>
              <a:off x="74089" y="2876575"/>
              <a:ext cx="639140" cy="2632464"/>
              <a:chOff x="3265400" y="517275"/>
              <a:chExt cx="1212100" cy="4991400"/>
            </a:xfrm>
          </p:grpSpPr>
          <p:sp>
            <p:nvSpPr>
              <p:cNvPr id="58" name="Google Shape;58;p5"/>
              <p:cNvSpPr/>
              <p:nvPr/>
            </p:nvSpPr>
            <p:spPr>
              <a:xfrm>
                <a:off x="3827250" y="517275"/>
                <a:ext cx="88425" cy="3974750"/>
              </a:xfrm>
              <a:custGeom>
                <a:avLst/>
                <a:gdLst/>
                <a:ahLst/>
                <a:cxnLst/>
                <a:rect l="l" t="t" r="r" b="b"/>
                <a:pathLst>
                  <a:path w="3537" h="158990" extrusionOk="0">
                    <a:moveTo>
                      <a:pt x="1768" y="1"/>
                    </a:moveTo>
                    <a:cubicBezTo>
                      <a:pt x="791" y="1"/>
                      <a:pt x="0" y="792"/>
                      <a:pt x="0" y="1769"/>
                    </a:cubicBezTo>
                    <a:lnTo>
                      <a:pt x="0" y="157222"/>
                    </a:lnTo>
                    <a:cubicBezTo>
                      <a:pt x="0" y="158199"/>
                      <a:pt x="791" y="158990"/>
                      <a:pt x="1768" y="158990"/>
                    </a:cubicBezTo>
                    <a:cubicBezTo>
                      <a:pt x="2745" y="158990"/>
                      <a:pt x="3536" y="158199"/>
                      <a:pt x="3536" y="157222"/>
                    </a:cubicBezTo>
                    <a:lnTo>
                      <a:pt x="3536" y="1769"/>
                    </a:lnTo>
                    <a:cubicBezTo>
                      <a:pt x="3536" y="792"/>
                      <a:pt x="2745" y="1"/>
                      <a:pt x="176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" name="Google Shape;59;p5"/>
              <p:cNvSpPr/>
              <p:nvPr/>
            </p:nvSpPr>
            <p:spPr>
              <a:xfrm>
                <a:off x="3703950" y="4283000"/>
                <a:ext cx="335025" cy="1225675"/>
              </a:xfrm>
              <a:custGeom>
                <a:avLst/>
                <a:gdLst/>
                <a:ahLst/>
                <a:cxnLst/>
                <a:rect l="l" t="t" r="r" b="b"/>
                <a:pathLst>
                  <a:path w="13401" h="49027" extrusionOk="0">
                    <a:moveTo>
                      <a:pt x="2637" y="1"/>
                    </a:moveTo>
                    <a:cubicBezTo>
                      <a:pt x="1179" y="1"/>
                      <a:pt x="0" y="1180"/>
                      <a:pt x="0" y="2638"/>
                    </a:cubicBezTo>
                    <a:lnTo>
                      <a:pt x="0" y="46375"/>
                    </a:lnTo>
                    <a:cubicBezTo>
                      <a:pt x="0" y="47833"/>
                      <a:pt x="1179" y="49027"/>
                      <a:pt x="2637" y="49027"/>
                    </a:cubicBezTo>
                    <a:lnTo>
                      <a:pt x="10764" y="49027"/>
                    </a:lnTo>
                    <a:cubicBezTo>
                      <a:pt x="12222" y="49027"/>
                      <a:pt x="13400" y="47833"/>
                      <a:pt x="13400" y="46375"/>
                    </a:cubicBezTo>
                    <a:lnTo>
                      <a:pt x="13400" y="2638"/>
                    </a:lnTo>
                    <a:cubicBezTo>
                      <a:pt x="13400" y="1180"/>
                      <a:pt x="12222" y="1"/>
                      <a:pt x="1076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" name="Google Shape;60;p5"/>
              <p:cNvSpPr/>
              <p:nvPr/>
            </p:nvSpPr>
            <p:spPr>
              <a:xfrm>
                <a:off x="3265400" y="813900"/>
                <a:ext cx="1212100" cy="76425"/>
              </a:xfrm>
              <a:custGeom>
                <a:avLst/>
                <a:gdLst/>
                <a:ahLst/>
                <a:cxnLst/>
                <a:rect l="l" t="t" r="r" b="b"/>
                <a:pathLst>
                  <a:path w="48484" h="3057" extrusionOk="0">
                    <a:moveTo>
                      <a:pt x="993" y="1"/>
                    </a:moveTo>
                    <a:cubicBezTo>
                      <a:pt x="435" y="1"/>
                      <a:pt x="1" y="451"/>
                      <a:pt x="1" y="993"/>
                    </a:cubicBezTo>
                    <a:lnTo>
                      <a:pt x="1" y="2048"/>
                    </a:lnTo>
                    <a:cubicBezTo>
                      <a:pt x="1" y="2606"/>
                      <a:pt x="435" y="3056"/>
                      <a:pt x="993" y="3056"/>
                    </a:cubicBezTo>
                    <a:lnTo>
                      <a:pt x="47491" y="3056"/>
                    </a:lnTo>
                    <a:cubicBezTo>
                      <a:pt x="48049" y="3056"/>
                      <a:pt x="48484" y="2606"/>
                      <a:pt x="48484" y="2048"/>
                    </a:cubicBezTo>
                    <a:lnTo>
                      <a:pt x="48484" y="993"/>
                    </a:lnTo>
                    <a:cubicBezTo>
                      <a:pt x="48484" y="451"/>
                      <a:pt x="48049" y="1"/>
                      <a:pt x="47491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" name="Google Shape;61;p5"/>
              <p:cNvSpPr/>
              <p:nvPr/>
            </p:nvSpPr>
            <p:spPr>
              <a:xfrm>
                <a:off x="3394900" y="755350"/>
                <a:ext cx="19425" cy="63225"/>
              </a:xfrm>
              <a:custGeom>
                <a:avLst/>
                <a:gdLst/>
                <a:ahLst/>
                <a:cxnLst/>
                <a:rect l="l" t="t" r="r" b="b"/>
                <a:pathLst>
                  <a:path w="777" h="2529" extrusionOk="0">
                    <a:moveTo>
                      <a:pt x="1" y="1"/>
                    </a:moveTo>
                    <a:lnTo>
                      <a:pt x="1" y="2529"/>
                    </a:lnTo>
                    <a:lnTo>
                      <a:pt x="776" y="2529"/>
                    </a:lnTo>
                    <a:lnTo>
                      <a:pt x="776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" name="Google Shape;62;p5"/>
              <p:cNvSpPr/>
              <p:nvPr/>
            </p:nvSpPr>
            <p:spPr>
              <a:xfrm>
                <a:off x="3593425" y="755350"/>
                <a:ext cx="19025" cy="63225"/>
              </a:xfrm>
              <a:custGeom>
                <a:avLst/>
                <a:gdLst/>
                <a:ahLst/>
                <a:cxnLst/>
                <a:rect l="l" t="t" r="r" b="b"/>
                <a:pathLst>
                  <a:path w="761" h="2529" extrusionOk="0">
                    <a:moveTo>
                      <a:pt x="1" y="1"/>
                    </a:moveTo>
                    <a:lnTo>
                      <a:pt x="1" y="2529"/>
                    </a:lnTo>
                    <a:lnTo>
                      <a:pt x="761" y="2529"/>
                    </a:lnTo>
                    <a:lnTo>
                      <a:pt x="761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" name="Google Shape;63;p5"/>
              <p:cNvSpPr/>
              <p:nvPr/>
            </p:nvSpPr>
            <p:spPr>
              <a:xfrm>
                <a:off x="4130450" y="755350"/>
                <a:ext cx="19025" cy="63225"/>
              </a:xfrm>
              <a:custGeom>
                <a:avLst/>
                <a:gdLst/>
                <a:ahLst/>
                <a:cxnLst/>
                <a:rect l="l" t="t" r="r" b="b"/>
                <a:pathLst>
                  <a:path w="761" h="2529" extrusionOk="0">
                    <a:moveTo>
                      <a:pt x="1" y="1"/>
                    </a:moveTo>
                    <a:lnTo>
                      <a:pt x="1" y="2529"/>
                    </a:lnTo>
                    <a:lnTo>
                      <a:pt x="761" y="2529"/>
                    </a:lnTo>
                    <a:lnTo>
                      <a:pt x="761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" name="Google Shape;64;p5"/>
              <p:cNvSpPr/>
              <p:nvPr/>
            </p:nvSpPr>
            <p:spPr>
              <a:xfrm>
                <a:off x="4328600" y="755350"/>
                <a:ext cx="19400" cy="63225"/>
              </a:xfrm>
              <a:custGeom>
                <a:avLst/>
                <a:gdLst/>
                <a:ahLst/>
                <a:cxnLst/>
                <a:rect l="l" t="t" r="r" b="b"/>
                <a:pathLst>
                  <a:path w="776" h="2529" extrusionOk="0">
                    <a:moveTo>
                      <a:pt x="0" y="1"/>
                    </a:moveTo>
                    <a:lnTo>
                      <a:pt x="0" y="2529"/>
                    </a:lnTo>
                    <a:lnTo>
                      <a:pt x="776" y="2529"/>
                    </a:lnTo>
                    <a:lnTo>
                      <a:pt x="776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" name="Google Shape;65;p5"/>
              <p:cNvSpPr/>
              <p:nvPr/>
            </p:nvSpPr>
            <p:spPr>
              <a:xfrm>
                <a:off x="4296800" y="725125"/>
                <a:ext cx="83000" cy="41500"/>
              </a:xfrm>
              <a:custGeom>
                <a:avLst/>
                <a:gdLst/>
                <a:ahLst/>
                <a:cxnLst/>
                <a:rect l="l" t="t" r="r" b="b"/>
                <a:pathLst>
                  <a:path w="3320" h="1660" extrusionOk="0">
                    <a:moveTo>
                      <a:pt x="1660" y="0"/>
                    </a:moveTo>
                    <a:cubicBezTo>
                      <a:pt x="745" y="0"/>
                      <a:pt x="0" y="744"/>
                      <a:pt x="0" y="1660"/>
                    </a:cubicBezTo>
                    <a:lnTo>
                      <a:pt x="3319" y="1660"/>
                    </a:lnTo>
                    <a:cubicBezTo>
                      <a:pt x="3319" y="744"/>
                      <a:pt x="2575" y="0"/>
                      <a:pt x="166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" name="Google Shape;66;p5"/>
              <p:cNvSpPr/>
              <p:nvPr/>
            </p:nvSpPr>
            <p:spPr>
              <a:xfrm>
                <a:off x="4098650" y="725125"/>
                <a:ext cx="83000" cy="41500"/>
              </a:xfrm>
              <a:custGeom>
                <a:avLst/>
                <a:gdLst/>
                <a:ahLst/>
                <a:cxnLst/>
                <a:rect l="l" t="t" r="r" b="b"/>
                <a:pathLst>
                  <a:path w="3320" h="1660" extrusionOk="0">
                    <a:moveTo>
                      <a:pt x="1660" y="0"/>
                    </a:moveTo>
                    <a:cubicBezTo>
                      <a:pt x="745" y="0"/>
                      <a:pt x="1" y="744"/>
                      <a:pt x="1" y="1660"/>
                    </a:cubicBezTo>
                    <a:lnTo>
                      <a:pt x="3320" y="1660"/>
                    </a:lnTo>
                    <a:cubicBezTo>
                      <a:pt x="3320" y="744"/>
                      <a:pt x="2575" y="0"/>
                      <a:pt x="166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" name="Google Shape;67;p5"/>
              <p:cNvSpPr/>
              <p:nvPr/>
            </p:nvSpPr>
            <p:spPr>
              <a:xfrm>
                <a:off x="3561250" y="725125"/>
                <a:ext cx="83400" cy="41500"/>
              </a:xfrm>
              <a:custGeom>
                <a:avLst/>
                <a:gdLst/>
                <a:ahLst/>
                <a:cxnLst/>
                <a:rect l="l" t="t" r="r" b="b"/>
                <a:pathLst>
                  <a:path w="3336" h="1660" extrusionOk="0">
                    <a:moveTo>
                      <a:pt x="1660" y="0"/>
                    </a:moveTo>
                    <a:cubicBezTo>
                      <a:pt x="745" y="0"/>
                      <a:pt x="1" y="744"/>
                      <a:pt x="1" y="1660"/>
                    </a:cubicBezTo>
                    <a:lnTo>
                      <a:pt x="3335" y="1660"/>
                    </a:lnTo>
                    <a:cubicBezTo>
                      <a:pt x="3335" y="744"/>
                      <a:pt x="2591" y="0"/>
                      <a:pt x="166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" name="Google Shape;68;p5"/>
              <p:cNvSpPr/>
              <p:nvPr/>
            </p:nvSpPr>
            <p:spPr>
              <a:xfrm>
                <a:off x="3363125" y="725125"/>
                <a:ext cx="83000" cy="41500"/>
              </a:xfrm>
              <a:custGeom>
                <a:avLst/>
                <a:gdLst/>
                <a:ahLst/>
                <a:cxnLst/>
                <a:rect l="l" t="t" r="r" b="b"/>
                <a:pathLst>
                  <a:path w="3320" h="1660" extrusionOk="0">
                    <a:moveTo>
                      <a:pt x="1660" y="0"/>
                    </a:moveTo>
                    <a:cubicBezTo>
                      <a:pt x="745" y="0"/>
                      <a:pt x="0" y="744"/>
                      <a:pt x="0" y="1660"/>
                    </a:cubicBezTo>
                    <a:lnTo>
                      <a:pt x="3319" y="1660"/>
                    </a:lnTo>
                    <a:cubicBezTo>
                      <a:pt x="3319" y="744"/>
                      <a:pt x="2575" y="0"/>
                      <a:pt x="166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9" name="Google Shape;69;p5"/>
            <p:cNvGrpSpPr/>
            <p:nvPr/>
          </p:nvGrpSpPr>
          <p:grpSpPr>
            <a:xfrm>
              <a:off x="550339" y="3438550"/>
              <a:ext cx="639140" cy="2632464"/>
              <a:chOff x="3265400" y="517275"/>
              <a:chExt cx="1212100" cy="4991400"/>
            </a:xfrm>
          </p:grpSpPr>
          <p:sp>
            <p:nvSpPr>
              <p:cNvPr id="70" name="Google Shape;70;p5"/>
              <p:cNvSpPr/>
              <p:nvPr/>
            </p:nvSpPr>
            <p:spPr>
              <a:xfrm>
                <a:off x="3827250" y="517275"/>
                <a:ext cx="88425" cy="3974750"/>
              </a:xfrm>
              <a:custGeom>
                <a:avLst/>
                <a:gdLst/>
                <a:ahLst/>
                <a:cxnLst/>
                <a:rect l="l" t="t" r="r" b="b"/>
                <a:pathLst>
                  <a:path w="3537" h="158990" extrusionOk="0">
                    <a:moveTo>
                      <a:pt x="1768" y="1"/>
                    </a:moveTo>
                    <a:cubicBezTo>
                      <a:pt x="791" y="1"/>
                      <a:pt x="0" y="792"/>
                      <a:pt x="0" y="1769"/>
                    </a:cubicBezTo>
                    <a:lnTo>
                      <a:pt x="0" y="157222"/>
                    </a:lnTo>
                    <a:cubicBezTo>
                      <a:pt x="0" y="158199"/>
                      <a:pt x="791" y="158990"/>
                      <a:pt x="1768" y="158990"/>
                    </a:cubicBezTo>
                    <a:cubicBezTo>
                      <a:pt x="2745" y="158990"/>
                      <a:pt x="3536" y="158199"/>
                      <a:pt x="3536" y="157222"/>
                    </a:cubicBezTo>
                    <a:lnTo>
                      <a:pt x="3536" y="1769"/>
                    </a:lnTo>
                    <a:cubicBezTo>
                      <a:pt x="3536" y="792"/>
                      <a:pt x="2745" y="1"/>
                      <a:pt x="176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" name="Google Shape;71;p5"/>
              <p:cNvSpPr/>
              <p:nvPr/>
            </p:nvSpPr>
            <p:spPr>
              <a:xfrm>
                <a:off x="3703950" y="4283000"/>
                <a:ext cx="335025" cy="1225675"/>
              </a:xfrm>
              <a:custGeom>
                <a:avLst/>
                <a:gdLst/>
                <a:ahLst/>
                <a:cxnLst/>
                <a:rect l="l" t="t" r="r" b="b"/>
                <a:pathLst>
                  <a:path w="13401" h="49027" extrusionOk="0">
                    <a:moveTo>
                      <a:pt x="2637" y="1"/>
                    </a:moveTo>
                    <a:cubicBezTo>
                      <a:pt x="1179" y="1"/>
                      <a:pt x="0" y="1180"/>
                      <a:pt x="0" y="2638"/>
                    </a:cubicBezTo>
                    <a:lnTo>
                      <a:pt x="0" y="46375"/>
                    </a:lnTo>
                    <a:cubicBezTo>
                      <a:pt x="0" y="47833"/>
                      <a:pt x="1179" y="49027"/>
                      <a:pt x="2637" y="49027"/>
                    </a:cubicBezTo>
                    <a:lnTo>
                      <a:pt x="10764" y="49027"/>
                    </a:lnTo>
                    <a:cubicBezTo>
                      <a:pt x="12222" y="49027"/>
                      <a:pt x="13400" y="47833"/>
                      <a:pt x="13400" y="46375"/>
                    </a:cubicBezTo>
                    <a:lnTo>
                      <a:pt x="13400" y="2638"/>
                    </a:lnTo>
                    <a:cubicBezTo>
                      <a:pt x="13400" y="1180"/>
                      <a:pt x="12222" y="1"/>
                      <a:pt x="1076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" name="Google Shape;72;p5"/>
              <p:cNvSpPr/>
              <p:nvPr/>
            </p:nvSpPr>
            <p:spPr>
              <a:xfrm>
                <a:off x="3265400" y="813900"/>
                <a:ext cx="1212100" cy="76425"/>
              </a:xfrm>
              <a:custGeom>
                <a:avLst/>
                <a:gdLst/>
                <a:ahLst/>
                <a:cxnLst/>
                <a:rect l="l" t="t" r="r" b="b"/>
                <a:pathLst>
                  <a:path w="48484" h="3057" extrusionOk="0">
                    <a:moveTo>
                      <a:pt x="993" y="1"/>
                    </a:moveTo>
                    <a:cubicBezTo>
                      <a:pt x="435" y="1"/>
                      <a:pt x="1" y="451"/>
                      <a:pt x="1" y="993"/>
                    </a:cubicBezTo>
                    <a:lnTo>
                      <a:pt x="1" y="2048"/>
                    </a:lnTo>
                    <a:cubicBezTo>
                      <a:pt x="1" y="2606"/>
                      <a:pt x="435" y="3056"/>
                      <a:pt x="993" y="3056"/>
                    </a:cubicBezTo>
                    <a:lnTo>
                      <a:pt x="47491" y="3056"/>
                    </a:lnTo>
                    <a:cubicBezTo>
                      <a:pt x="48049" y="3056"/>
                      <a:pt x="48484" y="2606"/>
                      <a:pt x="48484" y="2048"/>
                    </a:cubicBezTo>
                    <a:lnTo>
                      <a:pt x="48484" y="993"/>
                    </a:lnTo>
                    <a:cubicBezTo>
                      <a:pt x="48484" y="451"/>
                      <a:pt x="48049" y="1"/>
                      <a:pt x="47491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" name="Google Shape;73;p5"/>
              <p:cNvSpPr/>
              <p:nvPr/>
            </p:nvSpPr>
            <p:spPr>
              <a:xfrm>
                <a:off x="3394900" y="755350"/>
                <a:ext cx="19425" cy="63225"/>
              </a:xfrm>
              <a:custGeom>
                <a:avLst/>
                <a:gdLst/>
                <a:ahLst/>
                <a:cxnLst/>
                <a:rect l="l" t="t" r="r" b="b"/>
                <a:pathLst>
                  <a:path w="777" h="2529" extrusionOk="0">
                    <a:moveTo>
                      <a:pt x="1" y="1"/>
                    </a:moveTo>
                    <a:lnTo>
                      <a:pt x="1" y="2529"/>
                    </a:lnTo>
                    <a:lnTo>
                      <a:pt x="776" y="2529"/>
                    </a:lnTo>
                    <a:lnTo>
                      <a:pt x="776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" name="Google Shape;74;p5"/>
              <p:cNvSpPr/>
              <p:nvPr/>
            </p:nvSpPr>
            <p:spPr>
              <a:xfrm>
                <a:off x="3593425" y="755350"/>
                <a:ext cx="19025" cy="63225"/>
              </a:xfrm>
              <a:custGeom>
                <a:avLst/>
                <a:gdLst/>
                <a:ahLst/>
                <a:cxnLst/>
                <a:rect l="l" t="t" r="r" b="b"/>
                <a:pathLst>
                  <a:path w="761" h="2529" extrusionOk="0">
                    <a:moveTo>
                      <a:pt x="1" y="1"/>
                    </a:moveTo>
                    <a:lnTo>
                      <a:pt x="1" y="2529"/>
                    </a:lnTo>
                    <a:lnTo>
                      <a:pt x="761" y="2529"/>
                    </a:lnTo>
                    <a:lnTo>
                      <a:pt x="761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" name="Google Shape;75;p5"/>
              <p:cNvSpPr/>
              <p:nvPr/>
            </p:nvSpPr>
            <p:spPr>
              <a:xfrm>
                <a:off x="4130450" y="755350"/>
                <a:ext cx="19025" cy="63225"/>
              </a:xfrm>
              <a:custGeom>
                <a:avLst/>
                <a:gdLst/>
                <a:ahLst/>
                <a:cxnLst/>
                <a:rect l="l" t="t" r="r" b="b"/>
                <a:pathLst>
                  <a:path w="761" h="2529" extrusionOk="0">
                    <a:moveTo>
                      <a:pt x="1" y="1"/>
                    </a:moveTo>
                    <a:lnTo>
                      <a:pt x="1" y="2529"/>
                    </a:lnTo>
                    <a:lnTo>
                      <a:pt x="761" y="2529"/>
                    </a:lnTo>
                    <a:lnTo>
                      <a:pt x="761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" name="Google Shape;76;p5"/>
              <p:cNvSpPr/>
              <p:nvPr/>
            </p:nvSpPr>
            <p:spPr>
              <a:xfrm>
                <a:off x="4328600" y="755350"/>
                <a:ext cx="19400" cy="63225"/>
              </a:xfrm>
              <a:custGeom>
                <a:avLst/>
                <a:gdLst/>
                <a:ahLst/>
                <a:cxnLst/>
                <a:rect l="l" t="t" r="r" b="b"/>
                <a:pathLst>
                  <a:path w="776" h="2529" extrusionOk="0">
                    <a:moveTo>
                      <a:pt x="0" y="1"/>
                    </a:moveTo>
                    <a:lnTo>
                      <a:pt x="0" y="2529"/>
                    </a:lnTo>
                    <a:lnTo>
                      <a:pt x="776" y="2529"/>
                    </a:lnTo>
                    <a:lnTo>
                      <a:pt x="776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" name="Google Shape;77;p5"/>
              <p:cNvSpPr/>
              <p:nvPr/>
            </p:nvSpPr>
            <p:spPr>
              <a:xfrm>
                <a:off x="4296800" y="725125"/>
                <a:ext cx="83000" cy="41500"/>
              </a:xfrm>
              <a:custGeom>
                <a:avLst/>
                <a:gdLst/>
                <a:ahLst/>
                <a:cxnLst/>
                <a:rect l="l" t="t" r="r" b="b"/>
                <a:pathLst>
                  <a:path w="3320" h="1660" extrusionOk="0">
                    <a:moveTo>
                      <a:pt x="1660" y="0"/>
                    </a:moveTo>
                    <a:cubicBezTo>
                      <a:pt x="745" y="0"/>
                      <a:pt x="0" y="744"/>
                      <a:pt x="0" y="1660"/>
                    </a:cubicBezTo>
                    <a:lnTo>
                      <a:pt x="3319" y="1660"/>
                    </a:lnTo>
                    <a:cubicBezTo>
                      <a:pt x="3319" y="744"/>
                      <a:pt x="2575" y="0"/>
                      <a:pt x="166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" name="Google Shape;78;p5"/>
              <p:cNvSpPr/>
              <p:nvPr/>
            </p:nvSpPr>
            <p:spPr>
              <a:xfrm>
                <a:off x="4098650" y="725125"/>
                <a:ext cx="83000" cy="41500"/>
              </a:xfrm>
              <a:custGeom>
                <a:avLst/>
                <a:gdLst/>
                <a:ahLst/>
                <a:cxnLst/>
                <a:rect l="l" t="t" r="r" b="b"/>
                <a:pathLst>
                  <a:path w="3320" h="1660" extrusionOk="0">
                    <a:moveTo>
                      <a:pt x="1660" y="0"/>
                    </a:moveTo>
                    <a:cubicBezTo>
                      <a:pt x="745" y="0"/>
                      <a:pt x="1" y="744"/>
                      <a:pt x="1" y="1660"/>
                    </a:cubicBezTo>
                    <a:lnTo>
                      <a:pt x="3320" y="1660"/>
                    </a:lnTo>
                    <a:cubicBezTo>
                      <a:pt x="3320" y="744"/>
                      <a:pt x="2575" y="0"/>
                      <a:pt x="166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" name="Google Shape;79;p5"/>
              <p:cNvSpPr/>
              <p:nvPr/>
            </p:nvSpPr>
            <p:spPr>
              <a:xfrm>
                <a:off x="3561250" y="725125"/>
                <a:ext cx="83400" cy="41500"/>
              </a:xfrm>
              <a:custGeom>
                <a:avLst/>
                <a:gdLst/>
                <a:ahLst/>
                <a:cxnLst/>
                <a:rect l="l" t="t" r="r" b="b"/>
                <a:pathLst>
                  <a:path w="3336" h="1660" extrusionOk="0">
                    <a:moveTo>
                      <a:pt x="1660" y="0"/>
                    </a:moveTo>
                    <a:cubicBezTo>
                      <a:pt x="745" y="0"/>
                      <a:pt x="1" y="744"/>
                      <a:pt x="1" y="1660"/>
                    </a:cubicBezTo>
                    <a:lnTo>
                      <a:pt x="3335" y="1660"/>
                    </a:lnTo>
                    <a:cubicBezTo>
                      <a:pt x="3335" y="744"/>
                      <a:pt x="2591" y="0"/>
                      <a:pt x="166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" name="Google Shape;80;p5"/>
              <p:cNvSpPr/>
              <p:nvPr/>
            </p:nvSpPr>
            <p:spPr>
              <a:xfrm>
                <a:off x="3363125" y="725125"/>
                <a:ext cx="83000" cy="41500"/>
              </a:xfrm>
              <a:custGeom>
                <a:avLst/>
                <a:gdLst/>
                <a:ahLst/>
                <a:cxnLst/>
                <a:rect l="l" t="t" r="r" b="b"/>
                <a:pathLst>
                  <a:path w="3320" h="1660" extrusionOk="0">
                    <a:moveTo>
                      <a:pt x="1660" y="0"/>
                    </a:moveTo>
                    <a:cubicBezTo>
                      <a:pt x="745" y="0"/>
                      <a:pt x="0" y="744"/>
                      <a:pt x="0" y="1660"/>
                    </a:cubicBezTo>
                    <a:lnTo>
                      <a:pt x="3319" y="1660"/>
                    </a:lnTo>
                    <a:cubicBezTo>
                      <a:pt x="3319" y="744"/>
                      <a:pt x="2575" y="0"/>
                      <a:pt x="166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81" name="Google Shape;81;p5"/>
            <p:cNvSpPr/>
            <p:nvPr/>
          </p:nvSpPr>
          <p:spPr>
            <a:xfrm>
              <a:off x="147650" y="3000375"/>
              <a:ext cx="476254" cy="552439"/>
            </a:xfrm>
            <a:custGeom>
              <a:avLst/>
              <a:gdLst/>
              <a:ahLst/>
              <a:cxnLst/>
              <a:rect l="l" t="t" r="r" b="b"/>
              <a:pathLst>
                <a:path w="19431" h="23241" extrusionOk="0">
                  <a:moveTo>
                    <a:pt x="0" y="0"/>
                  </a:moveTo>
                  <a:cubicBezTo>
                    <a:pt x="628" y="10078"/>
                    <a:pt x="10601" y="18342"/>
                    <a:pt x="19431" y="23241"/>
                  </a:cubicBez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82" name="Google Shape;82;p5"/>
            <p:cNvSpPr/>
            <p:nvPr/>
          </p:nvSpPr>
          <p:spPr>
            <a:xfrm>
              <a:off x="254800" y="3036100"/>
              <a:ext cx="476250" cy="516725"/>
            </a:xfrm>
            <a:custGeom>
              <a:avLst/>
              <a:gdLst/>
              <a:ahLst/>
              <a:cxnLst/>
              <a:rect l="l" t="t" r="r" b="b"/>
              <a:pathLst>
                <a:path w="19050" h="20669" extrusionOk="0">
                  <a:moveTo>
                    <a:pt x="0" y="0"/>
                  </a:moveTo>
                  <a:cubicBezTo>
                    <a:pt x="4483" y="8228"/>
                    <a:pt x="10914" y="16022"/>
                    <a:pt x="19050" y="20669"/>
                  </a:cubicBez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83" name="Google Shape;83;p5"/>
            <p:cNvSpPr/>
            <p:nvPr/>
          </p:nvSpPr>
          <p:spPr>
            <a:xfrm>
              <a:off x="533400" y="3032525"/>
              <a:ext cx="469100" cy="523875"/>
            </a:xfrm>
            <a:custGeom>
              <a:avLst/>
              <a:gdLst/>
              <a:ahLst/>
              <a:cxnLst/>
              <a:rect l="l" t="t" r="r" b="b"/>
              <a:pathLst>
                <a:path w="18764" h="20955" extrusionOk="0">
                  <a:moveTo>
                    <a:pt x="0" y="0"/>
                  </a:moveTo>
                  <a:cubicBezTo>
                    <a:pt x="2280" y="9095"/>
                    <a:pt x="11136" y="15503"/>
                    <a:pt x="18764" y="20955"/>
                  </a:cubicBez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84" name="Google Shape;84;p5"/>
            <p:cNvSpPr/>
            <p:nvPr/>
          </p:nvSpPr>
          <p:spPr>
            <a:xfrm>
              <a:off x="642950" y="3038475"/>
              <a:ext cx="471475" cy="514350"/>
            </a:xfrm>
            <a:custGeom>
              <a:avLst/>
              <a:gdLst/>
              <a:ahLst/>
              <a:cxnLst/>
              <a:rect l="l" t="t" r="r" b="b"/>
              <a:pathLst>
                <a:path w="18859" h="20574" extrusionOk="0">
                  <a:moveTo>
                    <a:pt x="0" y="0"/>
                  </a:moveTo>
                  <a:cubicBezTo>
                    <a:pt x="2087" y="9066"/>
                    <a:pt x="10149" y="17305"/>
                    <a:pt x="18859" y="20574"/>
                  </a:cubicBez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grpSp>
        <p:nvGrpSpPr>
          <p:cNvPr id="85" name="Google Shape;85;p5"/>
          <p:cNvGrpSpPr/>
          <p:nvPr/>
        </p:nvGrpSpPr>
        <p:grpSpPr>
          <a:xfrm>
            <a:off x="8430764" y="2876575"/>
            <a:ext cx="720090" cy="2632464"/>
            <a:chOff x="8430764" y="2876575"/>
            <a:chExt cx="720090" cy="2632464"/>
          </a:xfrm>
        </p:grpSpPr>
        <p:grpSp>
          <p:nvGrpSpPr>
            <p:cNvPr id="86" name="Google Shape;86;p5"/>
            <p:cNvGrpSpPr/>
            <p:nvPr/>
          </p:nvGrpSpPr>
          <p:grpSpPr>
            <a:xfrm>
              <a:off x="8430764" y="2876575"/>
              <a:ext cx="639140" cy="2632464"/>
              <a:chOff x="3265400" y="517275"/>
              <a:chExt cx="1212100" cy="4991400"/>
            </a:xfrm>
          </p:grpSpPr>
          <p:sp>
            <p:nvSpPr>
              <p:cNvPr id="87" name="Google Shape;87;p5"/>
              <p:cNvSpPr/>
              <p:nvPr/>
            </p:nvSpPr>
            <p:spPr>
              <a:xfrm>
                <a:off x="3827250" y="517275"/>
                <a:ext cx="88425" cy="3974750"/>
              </a:xfrm>
              <a:custGeom>
                <a:avLst/>
                <a:gdLst/>
                <a:ahLst/>
                <a:cxnLst/>
                <a:rect l="l" t="t" r="r" b="b"/>
                <a:pathLst>
                  <a:path w="3537" h="158990" extrusionOk="0">
                    <a:moveTo>
                      <a:pt x="1768" y="1"/>
                    </a:moveTo>
                    <a:cubicBezTo>
                      <a:pt x="791" y="1"/>
                      <a:pt x="0" y="792"/>
                      <a:pt x="0" y="1769"/>
                    </a:cubicBezTo>
                    <a:lnTo>
                      <a:pt x="0" y="157222"/>
                    </a:lnTo>
                    <a:cubicBezTo>
                      <a:pt x="0" y="158199"/>
                      <a:pt x="791" y="158990"/>
                      <a:pt x="1768" y="158990"/>
                    </a:cubicBezTo>
                    <a:cubicBezTo>
                      <a:pt x="2745" y="158990"/>
                      <a:pt x="3536" y="158199"/>
                      <a:pt x="3536" y="157222"/>
                    </a:cubicBezTo>
                    <a:lnTo>
                      <a:pt x="3536" y="1769"/>
                    </a:lnTo>
                    <a:cubicBezTo>
                      <a:pt x="3536" y="792"/>
                      <a:pt x="2745" y="1"/>
                      <a:pt x="176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" name="Google Shape;88;p5"/>
              <p:cNvSpPr/>
              <p:nvPr/>
            </p:nvSpPr>
            <p:spPr>
              <a:xfrm>
                <a:off x="3703950" y="4283000"/>
                <a:ext cx="335025" cy="1225675"/>
              </a:xfrm>
              <a:custGeom>
                <a:avLst/>
                <a:gdLst/>
                <a:ahLst/>
                <a:cxnLst/>
                <a:rect l="l" t="t" r="r" b="b"/>
                <a:pathLst>
                  <a:path w="13401" h="49027" extrusionOk="0">
                    <a:moveTo>
                      <a:pt x="2637" y="1"/>
                    </a:moveTo>
                    <a:cubicBezTo>
                      <a:pt x="1179" y="1"/>
                      <a:pt x="0" y="1180"/>
                      <a:pt x="0" y="2638"/>
                    </a:cubicBezTo>
                    <a:lnTo>
                      <a:pt x="0" y="46375"/>
                    </a:lnTo>
                    <a:cubicBezTo>
                      <a:pt x="0" y="47833"/>
                      <a:pt x="1179" y="49027"/>
                      <a:pt x="2637" y="49027"/>
                    </a:cubicBezTo>
                    <a:lnTo>
                      <a:pt x="10764" y="49027"/>
                    </a:lnTo>
                    <a:cubicBezTo>
                      <a:pt x="12222" y="49027"/>
                      <a:pt x="13400" y="47833"/>
                      <a:pt x="13400" y="46375"/>
                    </a:cubicBezTo>
                    <a:lnTo>
                      <a:pt x="13400" y="2638"/>
                    </a:lnTo>
                    <a:cubicBezTo>
                      <a:pt x="13400" y="1180"/>
                      <a:pt x="12222" y="1"/>
                      <a:pt x="1076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" name="Google Shape;89;p5"/>
              <p:cNvSpPr/>
              <p:nvPr/>
            </p:nvSpPr>
            <p:spPr>
              <a:xfrm>
                <a:off x="3265400" y="813900"/>
                <a:ext cx="1212100" cy="76425"/>
              </a:xfrm>
              <a:custGeom>
                <a:avLst/>
                <a:gdLst/>
                <a:ahLst/>
                <a:cxnLst/>
                <a:rect l="l" t="t" r="r" b="b"/>
                <a:pathLst>
                  <a:path w="48484" h="3057" extrusionOk="0">
                    <a:moveTo>
                      <a:pt x="993" y="1"/>
                    </a:moveTo>
                    <a:cubicBezTo>
                      <a:pt x="435" y="1"/>
                      <a:pt x="1" y="451"/>
                      <a:pt x="1" y="993"/>
                    </a:cubicBezTo>
                    <a:lnTo>
                      <a:pt x="1" y="2048"/>
                    </a:lnTo>
                    <a:cubicBezTo>
                      <a:pt x="1" y="2606"/>
                      <a:pt x="435" y="3056"/>
                      <a:pt x="993" y="3056"/>
                    </a:cubicBezTo>
                    <a:lnTo>
                      <a:pt x="47491" y="3056"/>
                    </a:lnTo>
                    <a:cubicBezTo>
                      <a:pt x="48049" y="3056"/>
                      <a:pt x="48484" y="2606"/>
                      <a:pt x="48484" y="2048"/>
                    </a:cubicBezTo>
                    <a:lnTo>
                      <a:pt x="48484" y="993"/>
                    </a:lnTo>
                    <a:cubicBezTo>
                      <a:pt x="48484" y="451"/>
                      <a:pt x="48049" y="1"/>
                      <a:pt x="47491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" name="Google Shape;90;p5"/>
              <p:cNvSpPr/>
              <p:nvPr/>
            </p:nvSpPr>
            <p:spPr>
              <a:xfrm>
                <a:off x="3394900" y="755350"/>
                <a:ext cx="19425" cy="63225"/>
              </a:xfrm>
              <a:custGeom>
                <a:avLst/>
                <a:gdLst/>
                <a:ahLst/>
                <a:cxnLst/>
                <a:rect l="l" t="t" r="r" b="b"/>
                <a:pathLst>
                  <a:path w="777" h="2529" extrusionOk="0">
                    <a:moveTo>
                      <a:pt x="1" y="1"/>
                    </a:moveTo>
                    <a:lnTo>
                      <a:pt x="1" y="2529"/>
                    </a:lnTo>
                    <a:lnTo>
                      <a:pt x="776" y="2529"/>
                    </a:lnTo>
                    <a:lnTo>
                      <a:pt x="776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" name="Google Shape;91;p5"/>
              <p:cNvSpPr/>
              <p:nvPr/>
            </p:nvSpPr>
            <p:spPr>
              <a:xfrm>
                <a:off x="3593425" y="755350"/>
                <a:ext cx="19025" cy="63225"/>
              </a:xfrm>
              <a:custGeom>
                <a:avLst/>
                <a:gdLst/>
                <a:ahLst/>
                <a:cxnLst/>
                <a:rect l="l" t="t" r="r" b="b"/>
                <a:pathLst>
                  <a:path w="761" h="2529" extrusionOk="0">
                    <a:moveTo>
                      <a:pt x="1" y="1"/>
                    </a:moveTo>
                    <a:lnTo>
                      <a:pt x="1" y="2529"/>
                    </a:lnTo>
                    <a:lnTo>
                      <a:pt x="761" y="2529"/>
                    </a:lnTo>
                    <a:lnTo>
                      <a:pt x="761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" name="Google Shape;92;p5"/>
              <p:cNvSpPr/>
              <p:nvPr/>
            </p:nvSpPr>
            <p:spPr>
              <a:xfrm>
                <a:off x="4130450" y="755350"/>
                <a:ext cx="19025" cy="63225"/>
              </a:xfrm>
              <a:custGeom>
                <a:avLst/>
                <a:gdLst/>
                <a:ahLst/>
                <a:cxnLst/>
                <a:rect l="l" t="t" r="r" b="b"/>
                <a:pathLst>
                  <a:path w="761" h="2529" extrusionOk="0">
                    <a:moveTo>
                      <a:pt x="1" y="1"/>
                    </a:moveTo>
                    <a:lnTo>
                      <a:pt x="1" y="2529"/>
                    </a:lnTo>
                    <a:lnTo>
                      <a:pt x="761" y="2529"/>
                    </a:lnTo>
                    <a:lnTo>
                      <a:pt x="761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" name="Google Shape;93;p5"/>
              <p:cNvSpPr/>
              <p:nvPr/>
            </p:nvSpPr>
            <p:spPr>
              <a:xfrm>
                <a:off x="4328600" y="755350"/>
                <a:ext cx="19400" cy="63225"/>
              </a:xfrm>
              <a:custGeom>
                <a:avLst/>
                <a:gdLst/>
                <a:ahLst/>
                <a:cxnLst/>
                <a:rect l="l" t="t" r="r" b="b"/>
                <a:pathLst>
                  <a:path w="776" h="2529" extrusionOk="0">
                    <a:moveTo>
                      <a:pt x="0" y="1"/>
                    </a:moveTo>
                    <a:lnTo>
                      <a:pt x="0" y="2529"/>
                    </a:lnTo>
                    <a:lnTo>
                      <a:pt x="776" y="2529"/>
                    </a:lnTo>
                    <a:lnTo>
                      <a:pt x="776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" name="Google Shape;94;p5"/>
              <p:cNvSpPr/>
              <p:nvPr/>
            </p:nvSpPr>
            <p:spPr>
              <a:xfrm>
                <a:off x="4296800" y="725125"/>
                <a:ext cx="83000" cy="41500"/>
              </a:xfrm>
              <a:custGeom>
                <a:avLst/>
                <a:gdLst/>
                <a:ahLst/>
                <a:cxnLst/>
                <a:rect l="l" t="t" r="r" b="b"/>
                <a:pathLst>
                  <a:path w="3320" h="1660" extrusionOk="0">
                    <a:moveTo>
                      <a:pt x="1660" y="0"/>
                    </a:moveTo>
                    <a:cubicBezTo>
                      <a:pt x="745" y="0"/>
                      <a:pt x="0" y="744"/>
                      <a:pt x="0" y="1660"/>
                    </a:cubicBezTo>
                    <a:lnTo>
                      <a:pt x="3319" y="1660"/>
                    </a:lnTo>
                    <a:cubicBezTo>
                      <a:pt x="3319" y="744"/>
                      <a:pt x="2575" y="0"/>
                      <a:pt x="166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" name="Google Shape;95;p5"/>
              <p:cNvSpPr/>
              <p:nvPr/>
            </p:nvSpPr>
            <p:spPr>
              <a:xfrm>
                <a:off x="4098650" y="725125"/>
                <a:ext cx="83000" cy="41500"/>
              </a:xfrm>
              <a:custGeom>
                <a:avLst/>
                <a:gdLst/>
                <a:ahLst/>
                <a:cxnLst/>
                <a:rect l="l" t="t" r="r" b="b"/>
                <a:pathLst>
                  <a:path w="3320" h="1660" extrusionOk="0">
                    <a:moveTo>
                      <a:pt x="1660" y="0"/>
                    </a:moveTo>
                    <a:cubicBezTo>
                      <a:pt x="745" y="0"/>
                      <a:pt x="1" y="744"/>
                      <a:pt x="1" y="1660"/>
                    </a:cubicBezTo>
                    <a:lnTo>
                      <a:pt x="3320" y="1660"/>
                    </a:lnTo>
                    <a:cubicBezTo>
                      <a:pt x="3320" y="744"/>
                      <a:pt x="2575" y="0"/>
                      <a:pt x="166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" name="Google Shape;96;p5"/>
              <p:cNvSpPr/>
              <p:nvPr/>
            </p:nvSpPr>
            <p:spPr>
              <a:xfrm>
                <a:off x="3561250" y="725125"/>
                <a:ext cx="83400" cy="41500"/>
              </a:xfrm>
              <a:custGeom>
                <a:avLst/>
                <a:gdLst/>
                <a:ahLst/>
                <a:cxnLst/>
                <a:rect l="l" t="t" r="r" b="b"/>
                <a:pathLst>
                  <a:path w="3336" h="1660" extrusionOk="0">
                    <a:moveTo>
                      <a:pt x="1660" y="0"/>
                    </a:moveTo>
                    <a:cubicBezTo>
                      <a:pt x="745" y="0"/>
                      <a:pt x="1" y="744"/>
                      <a:pt x="1" y="1660"/>
                    </a:cubicBezTo>
                    <a:lnTo>
                      <a:pt x="3335" y="1660"/>
                    </a:lnTo>
                    <a:cubicBezTo>
                      <a:pt x="3335" y="744"/>
                      <a:pt x="2591" y="0"/>
                      <a:pt x="166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" name="Google Shape;97;p5"/>
              <p:cNvSpPr/>
              <p:nvPr/>
            </p:nvSpPr>
            <p:spPr>
              <a:xfrm>
                <a:off x="3363125" y="725125"/>
                <a:ext cx="83000" cy="41500"/>
              </a:xfrm>
              <a:custGeom>
                <a:avLst/>
                <a:gdLst/>
                <a:ahLst/>
                <a:cxnLst/>
                <a:rect l="l" t="t" r="r" b="b"/>
                <a:pathLst>
                  <a:path w="3320" h="1660" extrusionOk="0">
                    <a:moveTo>
                      <a:pt x="1660" y="0"/>
                    </a:moveTo>
                    <a:cubicBezTo>
                      <a:pt x="745" y="0"/>
                      <a:pt x="0" y="744"/>
                      <a:pt x="0" y="1660"/>
                    </a:cubicBezTo>
                    <a:lnTo>
                      <a:pt x="3319" y="1660"/>
                    </a:lnTo>
                    <a:cubicBezTo>
                      <a:pt x="3319" y="744"/>
                      <a:pt x="2575" y="0"/>
                      <a:pt x="166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98" name="Google Shape;98;p5"/>
            <p:cNvSpPr/>
            <p:nvPr/>
          </p:nvSpPr>
          <p:spPr>
            <a:xfrm>
              <a:off x="8610600" y="3062300"/>
              <a:ext cx="433400" cy="419100"/>
            </a:xfrm>
            <a:custGeom>
              <a:avLst/>
              <a:gdLst/>
              <a:ahLst/>
              <a:cxnLst/>
              <a:rect l="l" t="t" r="r" b="b"/>
              <a:pathLst>
                <a:path w="17336" h="16764" extrusionOk="0">
                  <a:moveTo>
                    <a:pt x="0" y="0"/>
                  </a:moveTo>
                  <a:cubicBezTo>
                    <a:pt x="0" y="8039"/>
                    <a:pt x="9297" y="16764"/>
                    <a:pt x="17336" y="16764"/>
                  </a:cubicBez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99" name="Google Shape;99;p5"/>
            <p:cNvSpPr/>
            <p:nvPr/>
          </p:nvSpPr>
          <p:spPr>
            <a:xfrm>
              <a:off x="8884704" y="3057525"/>
              <a:ext cx="266150" cy="1247775"/>
            </a:xfrm>
            <a:custGeom>
              <a:avLst/>
              <a:gdLst/>
              <a:ahLst/>
              <a:cxnLst/>
              <a:rect l="l" t="t" r="r" b="b"/>
              <a:pathLst>
                <a:path w="10646" h="49911" extrusionOk="0">
                  <a:moveTo>
                    <a:pt x="466" y="0"/>
                  </a:moveTo>
                  <a:cubicBezTo>
                    <a:pt x="-2858" y="16620"/>
                    <a:pt x="13499" y="33290"/>
                    <a:pt x="10182" y="49911"/>
                  </a:cubicBez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00" name="Google Shape;100;p5"/>
            <p:cNvSpPr/>
            <p:nvPr/>
          </p:nvSpPr>
          <p:spPr>
            <a:xfrm>
              <a:off x="8498997" y="3048000"/>
              <a:ext cx="148925" cy="1000125"/>
            </a:xfrm>
            <a:custGeom>
              <a:avLst/>
              <a:gdLst/>
              <a:ahLst/>
              <a:cxnLst/>
              <a:rect l="l" t="t" r="r" b="b"/>
              <a:pathLst>
                <a:path w="5957" h="40005" extrusionOk="0">
                  <a:moveTo>
                    <a:pt x="274" y="0"/>
                  </a:moveTo>
                  <a:cubicBezTo>
                    <a:pt x="-1319" y="7172"/>
                    <a:pt x="5069" y="14026"/>
                    <a:pt x="5798" y="21336"/>
                  </a:cubicBezTo>
                  <a:cubicBezTo>
                    <a:pt x="6434" y="27711"/>
                    <a:pt x="4526" y="34513"/>
                    <a:pt x="1226" y="40005"/>
                  </a:cubicBez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01" name="Google Shape;101;p5"/>
            <p:cNvSpPr/>
            <p:nvPr/>
          </p:nvSpPr>
          <p:spPr>
            <a:xfrm>
              <a:off x="8898743" y="3062300"/>
              <a:ext cx="102375" cy="1114425"/>
            </a:xfrm>
            <a:custGeom>
              <a:avLst/>
              <a:gdLst/>
              <a:ahLst/>
              <a:cxnLst/>
              <a:rect l="l" t="t" r="r" b="b"/>
              <a:pathLst>
                <a:path w="4095" h="44577" extrusionOk="0">
                  <a:moveTo>
                    <a:pt x="4095" y="0"/>
                  </a:moveTo>
                  <a:cubicBezTo>
                    <a:pt x="4095" y="12504"/>
                    <a:pt x="-1580" y="25004"/>
                    <a:pt x="476" y="37338"/>
                  </a:cubicBezTo>
                  <a:cubicBezTo>
                    <a:pt x="920" y="39999"/>
                    <a:pt x="1397" y="44577"/>
                    <a:pt x="4095" y="44577"/>
                  </a:cubicBez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grpSp>
        <p:nvGrpSpPr>
          <p:cNvPr id="102" name="Google Shape;102;p5"/>
          <p:cNvGrpSpPr/>
          <p:nvPr/>
        </p:nvGrpSpPr>
        <p:grpSpPr>
          <a:xfrm>
            <a:off x="471725" y="298000"/>
            <a:ext cx="241500" cy="241500"/>
            <a:chOff x="-1752450" y="4362450"/>
            <a:chExt cx="241500" cy="241500"/>
          </a:xfrm>
        </p:grpSpPr>
        <p:sp>
          <p:nvSpPr>
            <p:cNvPr id="103" name="Google Shape;103;p5"/>
            <p:cNvSpPr/>
            <p:nvPr/>
          </p:nvSpPr>
          <p:spPr>
            <a:xfrm>
              <a:off x="-1752450" y="4362450"/>
              <a:ext cx="114300" cy="2415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Google Shape;104;p5"/>
            <p:cNvSpPr/>
            <p:nvPr/>
          </p:nvSpPr>
          <p:spPr>
            <a:xfrm rot="5400000">
              <a:off x="-1688850" y="4298850"/>
              <a:ext cx="114300" cy="2415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6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grpSp>
        <p:nvGrpSpPr>
          <p:cNvPr id="107" name="Google Shape;107;p6"/>
          <p:cNvGrpSpPr/>
          <p:nvPr/>
        </p:nvGrpSpPr>
        <p:grpSpPr>
          <a:xfrm flipH="1">
            <a:off x="8430775" y="298000"/>
            <a:ext cx="241500" cy="241500"/>
            <a:chOff x="-1752450" y="4362450"/>
            <a:chExt cx="241500" cy="241500"/>
          </a:xfrm>
        </p:grpSpPr>
        <p:sp>
          <p:nvSpPr>
            <p:cNvPr id="108" name="Google Shape;108;p6"/>
            <p:cNvSpPr/>
            <p:nvPr/>
          </p:nvSpPr>
          <p:spPr>
            <a:xfrm>
              <a:off x="-1752450" y="4362450"/>
              <a:ext cx="114300" cy="2415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109;p6"/>
            <p:cNvSpPr/>
            <p:nvPr/>
          </p:nvSpPr>
          <p:spPr>
            <a:xfrm rot="5400000">
              <a:off x="-1688850" y="4298850"/>
              <a:ext cx="114300" cy="2415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0" name="Google Shape;110;p6"/>
          <p:cNvGrpSpPr/>
          <p:nvPr/>
        </p:nvGrpSpPr>
        <p:grpSpPr>
          <a:xfrm>
            <a:off x="713225" y="298000"/>
            <a:ext cx="742950" cy="76200"/>
            <a:chOff x="2647950" y="4676775"/>
            <a:chExt cx="742950" cy="76200"/>
          </a:xfrm>
        </p:grpSpPr>
        <p:sp>
          <p:nvSpPr>
            <p:cNvPr id="111" name="Google Shape;111;p6"/>
            <p:cNvSpPr/>
            <p:nvPr/>
          </p:nvSpPr>
          <p:spPr>
            <a:xfrm>
              <a:off x="2647950" y="4676775"/>
              <a:ext cx="76200" cy="762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112;p6"/>
            <p:cNvSpPr/>
            <p:nvPr/>
          </p:nvSpPr>
          <p:spPr>
            <a:xfrm>
              <a:off x="2870200" y="4676775"/>
              <a:ext cx="76200" cy="762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13;p6"/>
            <p:cNvSpPr/>
            <p:nvPr/>
          </p:nvSpPr>
          <p:spPr>
            <a:xfrm>
              <a:off x="3092450" y="4676775"/>
              <a:ext cx="76200" cy="762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14;p6"/>
            <p:cNvSpPr/>
            <p:nvPr/>
          </p:nvSpPr>
          <p:spPr>
            <a:xfrm>
              <a:off x="3314700" y="4676775"/>
              <a:ext cx="76200" cy="762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5" name="Google Shape;115;p6"/>
          <p:cNvGrpSpPr/>
          <p:nvPr/>
        </p:nvGrpSpPr>
        <p:grpSpPr>
          <a:xfrm>
            <a:off x="7685525" y="4803325"/>
            <a:ext cx="742950" cy="76200"/>
            <a:chOff x="2647950" y="4676775"/>
            <a:chExt cx="742950" cy="76200"/>
          </a:xfrm>
        </p:grpSpPr>
        <p:sp>
          <p:nvSpPr>
            <p:cNvPr id="116" name="Google Shape;116;p6"/>
            <p:cNvSpPr/>
            <p:nvPr/>
          </p:nvSpPr>
          <p:spPr>
            <a:xfrm>
              <a:off x="2647950" y="4676775"/>
              <a:ext cx="76200" cy="762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117;p6"/>
            <p:cNvSpPr/>
            <p:nvPr/>
          </p:nvSpPr>
          <p:spPr>
            <a:xfrm>
              <a:off x="2870200" y="4676775"/>
              <a:ext cx="76200" cy="762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118;p6"/>
            <p:cNvSpPr/>
            <p:nvPr/>
          </p:nvSpPr>
          <p:spPr>
            <a:xfrm>
              <a:off x="3092450" y="4676775"/>
              <a:ext cx="76200" cy="762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Google Shape;119;p6"/>
            <p:cNvSpPr/>
            <p:nvPr/>
          </p:nvSpPr>
          <p:spPr>
            <a:xfrm>
              <a:off x="3314700" y="4676775"/>
              <a:ext cx="76200" cy="762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0" name="Google Shape;120;p6"/>
          <p:cNvSpPr/>
          <p:nvPr/>
        </p:nvSpPr>
        <p:spPr>
          <a:xfrm>
            <a:off x="-207400" y="2461125"/>
            <a:ext cx="397925" cy="1866600"/>
          </a:xfrm>
          <a:custGeom>
            <a:avLst/>
            <a:gdLst/>
            <a:ahLst/>
            <a:cxnLst/>
            <a:rect l="l" t="t" r="r" b="b"/>
            <a:pathLst>
              <a:path w="15917" h="74664" extrusionOk="0">
                <a:moveTo>
                  <a:pt x="553" y="0"/>
                </a:moveTo>
                <a:cubicBezTo>
                  <a:pt x="9574" y="9021"/>
                  <a:pt x="16915" y="22415"/>
                  <a:pt x="15762" y="35120"/>
                </a:cubicBezTo>
                <a:cubicBezTo>
                  <a:pt x="14480" y="49252"/>
                  <a:pt x="5272" y="61490"/>
                  <a:pt x="0" y="74664"/>
                </a:cubicBezTo>
              </a:path>
            </a:pathLst>
          </a:cu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21" name="Google Shape;121;p6"/>
          <p:cNvSpPr/>
          <p:nvPr/>
        </p:nvSpPr>
        <p:spPr>
          <a:xfrm>
            <a:off x="-200475" y="-62225"/>
            <a:ext cx="525400" cy="594550"/>
          </a:xfrm>
          <a:custGeom>
            <a:avLst/>
            <a:gdLst/>
            <a:ahLst/>
            <a:cxnLst/>
            <a:rect l="l" t="t" r="r" b="b"/>
            <a:pathLst>
              <a:path w="21016" h="23782" extrusionOk="0">
                <a:moveTo>
                  <a:pt x="0" y="23782"/>
                </a:moveTo>
                <a:cubicBezTo>
                  <a:pt x="10579" y="23782"/>
                  <a:pt x="21016" y="10579"/>
                  <a:pt x="21016" y="0"/>
                </a:cubicBezTo>
              </a:path>
            </a:pathLst>
          </a:cu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22" name="Google Shape;122;p6"/>
          <p:cNvSpPr/>
          <p:nvPr/>
        </p:nvSpPr>
        <p:spPr>
          <a:xfrm>
            <a:off x="-159000" y="2765325"/>
            <a:ext cx="456975" cy="1507100"/>
          </a:xfrm>
          <a:custGeom>
            <a:avLst/>
            <a:gdLst/>
            <a:ahLst/>
            <a:cxnLst/>
            <a:rect l="l" t="t" r="r" b="b"/>
            <a:pathLst>
              <a:path w="18279" h="60284" extrusionOk="0">
                <a:moveTo>
                  <a:pt x="5807" y="60284"/>
                </a:moveTo>
                <a:cubicBezTo>
                  <a:pt x="15890" y="60284"/>
                  <a:pt x="20192" y="42049"/>
                  <a:pt x="17421" y="32354"/>
                </a:cubicBezTo>
                <a:cubicBezTo>
                  <a:pt x="14055" y="20577"/>
                  <a:pt x="0" y="12249"/>
                  <a:pt x="0" y="0"/>
                </a:cubicBezTo>
              </a:path>
            </a:pathLst>
          </a:cu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23" name="Google Shape;123;p6"/>
          <p:cNvSpPr/>
          <p:nvPr/>
        </p:nvSpPr>
        <p:spPr>
          <a:xfrm>
            <a:off x="-131350" y="-20750"/>
            <a:ext cx="712075" cy="422525"/>
          </a:xfrm>
          <a:custGeom>
            <a:avLst/>
            <a:gdLst/>
            <a:ahLst/>
            <a:cxnLst/>
            <a:rect l="l" t="t" r="r" b="b"/>
            <a:pathLst>
              <a:path w="28483" h="16901" extrusionOk="0">
                <a:moveTo>
                  <a:pt x="0" y="13827"/>
                </a:moveTo>
                <a:cubicBezTo>
                  <a:pt x="6065" y="15849"/>
                  <a:pt x="13204" y="18279"/>
                  <a:pt x="19081" y="15763"/>
                </a:cubicBezTo>
                <a:cubicBezTo>
                  <a:pt x="24705" y="13355"/>
                  <a:pt x="28483" y="6118"/>
                  <a:pt x="28483" y="0"/>
                </a:cubicBezTo>
              </a:path>
            </a:pathLst>
          </a:cu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24" name="Google Shape;124;p6"/>
          <p:cNvSpPr/>
          <p:nvPr/>
        </p:nvSpPr>
        <p:spPr>
          <a:xfrm>
            <a:off x="8885968" y="2765325"/>
            <a:ext cx="536850" cy="1652275"/>
          </a:xfrm>
          <a:custGeom>
            <a:avLst/>
            <a:gdLst/>
            <a:ahLst/>
            <a:cxnLst/>
            <a:rect l="l" t="t" r="r" b="b"/>
            <a:pathLst>
              <a:path w="21474" h="66091" extrusionOk="0">
                <a:moveTo>
                  <a:pt x="15391" y="0"/>
                </a:moveTo>
                <a:cubicBezTo>
                  <a:pt x="12914" y="824"/>
                  <a:pt x="11520" y="3593"/>
                  <a:pt x="10137" y="5807"/>
                </a:cubicBezTo>
                <a:cubicBezTo>
                  <a:pt x="4204" y="15301"/>
                  <a:pt x="-935" y="26745"/>
                  <a:pt x="181" y="37885"/>
                </a:cubicBezTo>
                <a:cubicBezTo>
                  <a:pt x="1038" y="46442"/>
                  <a:pt x="6848" y="54502"/>
                  <a:pt x="13455" y="60007"/>
                </a:cubicBezTo>
                <a:cubicBezTo>
                  <a:pt x="16033" y="62155"/>
                  <a:pt x="18119" y="66091"/>
                  <a:pt x="21474" y="66091"/>
                </a:cubicBezTo>
              </a:path>
            </a:pathLst>
          </a:cu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25" name="Google Shape;125;p6"/>
          <p:cNvSpPr/>
          <p:nvPr/>
        </p:nvSpPr>
        <p:spPr>
          <a:xfrm>
            <a:off x="8969655" y="3221600"/>
            <a:ext cx="467025" cy="1417225"/>
          </a:xfrm>
          <a:custGeom>
            <a:avLst/>
            <a:gdLst/>
            <a:ahLst/>
            <a:cxnLst/>
            <a:rect l="l" t="t" r="r" b="b"/>
            <a:pathLst>
              <a:path w="18681" h="56689" extrusionOk="0">
                <a:moveTo>
                  <a:pt x="17021" y="0"/>
                </a:moveTo>
                <a:cubicBezTo>
                  <a:pt x="6698" y="7742"/>
                  <a:pt x="-1013" y="21992"/>
                  <a:pt x="153" y="34843"/>
                </a:cubicBezTo>
                <a:cubicBezTo>
                  <a:pt x="1016" y="44352"/>
                  <a:pt x="9622" y="53671"/>
                  <a:pt x="18681" y="56689"/>
                </a:cubicBezTo>
              </a:path>
            </a:pathLst>
          </a:cu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7"/>
          <p:cNvSpPr txBox="1">
            <a:spLocks noGrp="1"/>
          </p:cNvSpPr>
          <p:nvPr>
            <p:ph type="title"/>
          </p:nvPr>
        </p:nvSpPr>
        <p:spPr>
          <a:xfrm>
            <a:off x="4135975" y="1397550"/>
            <a:ext cx="42948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128" name="Google Shape;128;p7"/>
          <p:cNvSpPr txBox="1">
            <a:spLocks noGrp="1"/>
          </p:cNvSpPr>
          <p:nvPr>
            <p:ph type="subTitle" idx="1"/>
          </p:nvPr>
        </p:nvSpPr>
        <p:spPr>
          <a:xfrm>
            <a:off x="4135975" y="1970250"/>
            <a:ext cx="4294800" cy="177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ulish Light"/>
              <a:buChar char="◇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9pPr>
          </a:lstStyle>
          <a:p>
            <a:endParaRPr/>
          </a:p>
        </p:txBody>
      </p:sp>
      <p:sp>
        <p:nvSpPr>
          <p:cNvPr id="129" name="Google Shape;129;p7"/>
          <p:cNvSpPr/>
          <p:nvPr/>
        </p:nvSpPr>
        <p:spPr>
          <a:xfrm>
            <a:off x="-338750" y="-69125"/>
            <a:ext cx="1942625" cy="1396125"/>
          </a:xfrm>
          <a:custGeom>
            <a:avLst/>
            <a:gdLst/>
            <a:ahLst/>
            <a:cxnLst/>
            <a:rect l="l" t="t" r="r" b="b"/>
            <a:pathLst>
              <a:path w="77705" h="55845" extrusionOk="0">
                <a:moveTo>
                  <a:pt x="0" y="55583"/>
                </a:moveTo>
                <a:cubicBezTo>
                  <a:pt x="14533" y="57034"/>
                  <a:pt x="30839" y="52011"/>
                  <a:pt x="41756" y="42309"/>
                </a:cubicBezTo>
                <a:cubicBezTo>
                  <a:pt x="55589" y="30015"/>
                  <a:pt x="62310" y="10270"/>
                  <a:pt x="77705" y="0"/>
                </a:cubicBezTo>
              </a:path>
            </a:pathLst>
          </a:cu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sp>
      <p:grpSp>
        <p:nvGrpSpPr>
          <p:cNvPr id="130" name="Google Shape;130;p7"/>
          <p:cNvGrpSpPr/>
          <p:nvPr/>
        </p:nvGrpSpPr>
        <p:grpSpPr>
          <a:xfrm flipH="1">
            <a:off x="8425252" y="298000"/>
            <a:ext cx="241500" cy="241500"/>
            <a:chOff x="-1752450" y="4362450"/>
            <a:chExt cx="241500" cy="241500"/>
          </a:xfrm>
        </p:grpSpPr>
        <p:sp>
          <p:nvSpPr>
            <p:cNvPr id="131" name="Google Shape;131;p7"/>
            <p:cNvSpPr/>
            <p:nvPr/>
          </p:nvSpPr>
          <p:spPr>
            <a:xfrm>
              <a:off x="-1752450" y="4362450"/>
              <a:ext cx="114300" cy="2415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Google Shape;132;p7"/>
            <p:cNvSpPr/>
            <p:nvPr/>
          </p:nvSpPr>
          <p:spPr>
            <a:xfrm rot="5400000">
              <a:off x="-1688850" y="4298850"/>
              <a:ext cx="114300" cy="2415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3" name="Google Shape;133;p7"/>
          <p:cNvGrpSpPr/>
          <p:nvPr/>
        </p:nvGrpSpPr>
        <p:grpSpPr>
          <a:xfrm flipH="1">
            <a:off x="7682302" y="4676775"/>
            <a:ext cx="742950" cy="76200"/>
            <a:chOff x="2647950" y="4676775"/>
            <a:chExt cx="742950" cy="76200"/>
          </a:xfrm>
        </p:grpSpPr>
        <p:sp>
          <p:nvSpPr>
            <p:cNvPr id="134" name="Google Shape;134;p7"/>
            <p:cNvSpPr/>
            <p:nvPr/>
          </p:nvSpPr>
          <p:spPr>
            <a:xfrm>
              <a:off x="2647950" y="4676775"/>
              <a:ext cx="76200" cy="762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" name="Google Shape;135;p7"/>
            <p:cNvSpPr/>
            <p:nvPr/>
          </p:nvSpPr>
          <p:spPr>
            <a:xfrm>
              <a:off x="2870200" y="4676775"/>
              <a:ext cx="76200" cy="762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" name="Google Shape;136;p7"/>
            <p:cNvSpPr/>
            <p:nvPr/>
          </p:nvSpPr>
          <p:spPr>
            <a:xfrm>
              <a:off x="3092450" y="4676775"/>
              <a:ext cx="76200" cy="762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" name="Google Shape;137;p7"/>
            <p:cNvSpPr/>
            <p:nvPr/>
          </p:nvSpPr>
          <p:spPr>
            <a:xfrm>
              <a:off x="3314700" y="4676775"/>
              <a:ext cx="76200" cy="762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8" name="Google Shape;138;p7"/>
          <p:cNvSpPr/>
          <p:nvPr/>
        </p:nvSpPr>
        <p:spPr>
          <a:xfrm>
            <a:off x="-297275" y="-48400"/>
            <a:ext cx="739725" cy="1693775"/>
          </a:xfrm>
          <a:custGeom>
            <a:avLst/>
            <a:gdLst/>
            <a:ahLst/>
            <a:cxnLst/>
            <a:rect l="l" t="t" r="r" b="b"/>
            <a:pathLst>
              <a:path w="29589" h="67751" extrusionOk="0">
                <a:moveTo>
                  <a:pt x="0" y="67751"/>
                </a:moveTo>
                <a:cubicBezTo>
                  <a:pt x="24643" y="67751"/>
                  <a:pt x="29589" y="24643"/>
                  <a:pt x="29589" y="0"/>
                </a:cubicBezTo>
              </a:path>
            </a:pathLst>
          </a:cu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39" name="Google Shape;139;p7"/>
          <p:cNvSpPr/>
          <p:nvPr/>
        </p:nvSpPr>
        <p:spPr>
          <a:xfrm>
            <a:off x="-76050" y="4788257"/>
            <a:ext cx="1154525" cy="431300"/>
          </a:xfrm>
          <a:custGeom>
            <a:avLst/>
            <a:gdLst/>
            <a:ahLst/>
            <a:cxnLst/>
            <a:rect l="l" t="t" r="r" b="b"/>
            <a:pathLst>
              <a:path w="46181" h="17252" extrusionOk="0">
                <a:moveTo>
                  <a:pt x="0" y="8679"/>
                </a:moveTo>
                <a:cubicBezTo>
                  <a:pt x="4878" y="6240"/>
                  <a:pt x="8859" y="1881"/>
                  <a:pt x="14103" y="383"/>
                </a:cubicBezTo>
                <a:cubicBezTo>
                  <a:pt x="20214" y="-1363"/>
                  <a:pt x="26560" y="3590"/>
                  <a:pt x="32078" y="6744"/>
                </a:cubicBezTo>
                <a:cubicBezTo>
                  <a:pt x="37168" y="9653"/>
                  <a:pt x="46181" y="11390"/>
                  <a:pt x="46181" y="17252"/>
                </a:cubicBezTo>
              </a:path>
            </a:pathLst>
          </a:cu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40" name="Google Shape;140;p7"/>
          <p:cNvSpPr/>
          <p:nvPr/>
        </p:nvSpPr>
        <p:spPr>
          <a:xfrm>
            <a:off x="615275" y="4839115"/>
            <a:ext cx="1078475" cy="408075"/>
          </a:xfrm>
          <a:custGeom>
            <a:avLst/>
            <a:gdLst/>
            <a:ahLst/>
            <a:cxnLst/>
            <a:rect l="l" t="t" r="r" b="b"/>
            <a:pathLst>
              <a:path w="43139" h="16323" extrusionOk="0">
                <a:moveTo>
                  <a:pt x="0" y="16323"/>
                </a:moveTo>
                <a:cubicBezTo>
                  <a:pt x="6381" y="7391"/>
                  <a:pt x="17933" y="-1524"/>
                  <a:pt x="28760" y="284"/>
                </a:cubicBezTo>
                <a:cubicBezTo>
                  <a:pt x="35446" y="1400"/>
                  <a:pt x="39380" y="9023"/>
                  <a:pt x="43139" y="14664"/>
                </a:cubicBezTo>
              </a:path>
            </a:pathLst>
          </a:cu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41" name="Google Shape;141;p7"/>
          <p:cNvSpPr>
            <a:spLocks noGrp="1"/>
          </p:cNvSpPr>
          <p:nvPr>
            <p:ph type="pic" idx="2"/>
          </p:nvPr>
        </p:nvSpPr>
        <p:spPr>
          <a:xfrm flipH="1">
            <a:off x="713225" y="539500"/>
            <a:ext cx="3015300" cy="4064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8"/>
          <p:cNvSpPr txBox="1">
            <a:spLocks noGrp="1"/>
          </p:cNvSpPr>
          <p:nvPr>
            <p:ph type="title"/>
          </p:nvPr>
        </p:nvSpPr>
        <p:spPr>
          <a:xfrm>
            <a:off x="3920375" y="1307100"/>
            <a:ext cx="45081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r">
              <a:spcBef>
                <a:spcPts val="0"/>
              </a:spcBef>
              <a:spcAft>
                <a:spcPts val="0"/>
              </a:spcAft>
              <a:buSzPts val="6000"/>
              <a:buFont typeface="Goldman"/>
              <a:buNone/>
              <a:defRPr sz="6000">
                <a:latin typeface="Goldman"/>
                <a:ea typeface="Goldman"/>
                <a:cs typeface="Goldman"/>
                <a:sym typeface="Goldman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SzPts val="6000"/>
              <a:buFont typeface="Goldman"/>
              <a:buNone/>
              <a:defRPr sz="6000">
                <a:latin typeface="Goldman"/>
                <a:ea typeface="Goldman"/>
                <a:cs typeface="Goldman"/>
                <a:sym typeface="Goldman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SzPts val="6000"/>
              <a:buFont typeface="Goldman"/>
              <a:buNone/>
              <a:defRPr sz="6000">
                <a:latin typeface="Goldman"/>
                <a:ea typeface="Goldman"/>
                <a:cs typeface="Goldman"/>
                <a:sym typeface="Goldman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SzPts val="6000"/>
              <a:buFont typeface="Goldman"/>
              <a:buNone/>
              <a:defRPr sz="6000">
                <a:latin typeface="Goldman"/>
                <a:ea typeface="Goldman"/>
                <a:cs typeface="Goldman"/>
                <a:sym typeface="Goldman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SzPts val="6000"/>
              <a:buFont typeface="Goldman"/>
              <a:buNone/>
              <a:defRPr sz="6000">
                <a:latin typeface="Goldman"/>
                <a:ea typeface="Goldman"/>
                <a:cs typeface="Goldman"/>
                <a:sym typeface="Goldman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SzPts val="6000"/>
              <a:buFont typeface="Goldman"/>
              <a:buNone/>
              <a:defRPr sz="6000">
                <a:latin typeface="Goldman"/>
                <a:ea typeface="Goldman"/>
                <a:cs typeface="Goldman"/>
                <a:sym typeface="Goldman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SzPts val="6000"/>
              <a:buFont typeface="Goldman"/>
              <a:buNone/>
              <a:defRPr sz="6000">
                <a:latin typeface="Goldman"/>
                <a:ea typeface="Goldman"/>
                <a:cs typeface="Goldman"/>
                <a:sym typeface="Goldman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SzPts val="6000"/>
              <a:buFont typeface="Goldman"/>
              <a:buNone/>
              <a:defRPr sz="6000">
                <a:latin typeface="Goldman"/>
                <a:ea typeface="Goldman"/>
                <a:cs typeface="Goldman"/>
                <a:sym typeface="Goldman"/>
              </a:defRPr>
            </a:lvl9pPr>
          </a:lstStyle>
          <a:p>
            <a:endParaRPr/>
          </a:p>
        </p:txBody>
      </p:sp>
      <p:grpSp>
        <p:nvGrpSpPr>
          <p:cNvPr id="144" name="Google Shape;144;p8"/>
          <p:cNvGrpSpPr/>
          <p:nvPr/>
        </p:nvGrpSpPr>
        <p:grpSpPr>
          <a:xfrm>
            <a:off x="471725" y="298000"/>
            <a:ext cx="241500" cy="241500"/>
            <a:chOff x="-1752450" y="4362450"/>
            <a:chExt cx="241500" cy="241500"/>
          </a:xfrm>
        </p:grpSpPr>
        <p:sp>
          <p:nvSpPr>
            <p:cNvPr id="145" name="Google Shape;145;p8"/>
            <p:cNvSpPr/>
            <p:nvPr/>
          </p:nvSpPr>
          <p:spPr>
            <a:xfrm>
              <a:off x="-1752450" y="4362450"/>
              <a:ext cx="114300" cy="2415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" name="Google Shape;146;p8"/>
            <p:cNvSpPr/>
            <p:nvPr/>
          </p:nvSpPr>
          <p:spPr>
            <a:xfrm rot="5400000">
              <a:off x="-1688850" y="4298850"/>
              <a:ext cx="114300" cy="2415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7" name="Google Shape;147;p8"/>
          <p:cNvGrpSpPr/>
          <p:nvPr/>
        </p:nvGrpSpPr>
        <p:grpSpPr>
          <a:xfrm>
            <a:off x="7685525" y="4803325"/>
            <a:ext cx="742950" cy="76200"/>
            <a:chOff x="2647950" y="4676775"/>
            <a:chExt cx="742950" cy="76200"/>
          </a:xfrm>
        </p:grpSpPr>
        <p:sp>
          <p:nvSpPr>
            <p:cNvPr id="148" name="Google Shape;148;p8"/>
            <p:cNvSpPr/>
            <p:nvPr/>
          </p:nvSpPr>
          <p:spPr>
            <a:xfrm>
              <a:off x="2647950" y="4676775"/>
              <a:ext cx="76200" cy="762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" name="Google Shape;149;p8"/>
            <p:cNvSpPr/>
            <p:nvPr/>
          </p:nvSpPr>
          <p:spPr>
            <a:xfrm>
              <a:off x="2870200" y="4676775"/>
              <a:ext cx="76200" cy="762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" name="Google Shape;150;p8"/>
            <p:cNvSpPr/>
            <p:nvPr/>
          </p:nvSpPr>
          <p:spPr>
            <a:xfrm>
              <a:off x="3092450" y="4676775"/>
              <a:ext cx="76200" cy="762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" name="Google Shape;151;p8"/>
            <p:cNvSpPr/>
            <p:nvPr/>
          </p:nvSpPr>
          <p:spPr>
            <a:xfrm>
              <a:off x="3314700" y="4676775"/>
              <a:ext cx="76200" cy="762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2" name="Google Shape;152;p8"/>
          <p:cNvGrpSpPr/>
          <p:nvPr/>
        </p:nvGrpSpPr>
        <p:grpSpPr>
          <a:xfrm flipH="1">
            <a:off x="471723" y="1604199"/>
            <a:ext cx="3095380" cy="3539601"/>
            <a:chOff x="123998" y="1604199"/>
            <a:chExt cx="3095380" cy="3539601"/>
          </a:xfrm>
        </p:grpSpPr>
        <p:grpSp>
          <p:nvGrpSpPr>
            <p:cNvPr id="153" name="Google Shape;153;p8"/>
            <p:cNvGrpSpPr/>
            <p:nvPr/>
          </p:nvGrpSpPr>
          <p:grpSpPr>
            <a:xfrm>
              <a:off x="123998" y="1604199"/>
              <a:ext cx="1665589" cy="3538917"/>
              <a:chOff x="3733925" y="3400424"/>
              <a:chExt cx="1079728" cy="2294274"/>
            </a:xfrm>
          </p:grpSpPr>
          <p:sp>
            <p:nvSpPr>
              <p:cNvPr id="154" name="Google Shape;154;p8"/>
              <p:cNvSpPr/>
              <p:nvPr/>
            </p:nvSpPr>
            <p:spPr>
              <a:xfrm>
                <a:off x="3733925" y="3445303"/>
                <a:ext cx="1079728" cy="42375"/>
              </a:xfrm>
              <a:custGeom>
                <a:avLst/>
                <a:gdLst/>
                <a:ahLst/>
                <a:cxnLst/>
                <a:rect l="l" t="t" r="r" b="b"/>
                <a:pathLst>
                  <a:path w="24563" h="964" extrusionOk="0">
                    <a:moveTo>
                      <a:pt x="1" y="1"/>
                    </a:moveTo>
                    <a:lnTo>
                      <a:pt x="1" y="964"/>
                    </a:lnTo>
                    <a:lnTo>
                      <a:pt x="24562" y="964"/>
                    </a:lnTo>
                    <a:lnTo>
                      <a:pt x="24562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" name="Google Shape;155;p8"/>
              <p:cNvSpPr/>
              <p:nvPr/>
            </p:nvSpPr>
            <p:spPr>
              <a:xfrm>
                <a:off x="4252166" y="3400424"/>
                <a:ext cx="43254" cy="2294274"/>
              </a:xfrm>
              <a:custGeom>
                <a:avLst/>
                <a:gdLst/>
                <a:ahLst/>
                <a:cxnLst/>
                <a:rect l="l" t="t" r="r" b="b"/>
                <a:pathLst>
                  <a:path w="984" h="52193" extrusionOk="0">
                    <a:moveTo>
                      <a:pt x="0" y="1"/>
                    </a:moveTo>
                    <a:lnTo>
                      <a:pt x="0" y="52193"/>
                    </a:lnTo>
                    <a:lnTo>
                      <a:pt x="983" y="52193"/>
                    </a:lnTo>
                    <a:lnTo>
                      <a:pt x="983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" name="Google Shape;156;p8"/>
              <p:cNvSpPr/>
              <p:nvPr/>
            </p:nvSpPr>
            <p:spPr>
              <a:xfrm>
                <a:off x="3761178" y="3401523"/>
                <a:ext cx="83036" cy="80047"/>
              </a:xfrm>
              <a:custGeom>
                <a:avLst/>
                <a:gdLst/>
                <a:ahLst/>
                <a:cxnLst/>
                <a:rect l="l" t="t" r="r" b="b"/>
                <a:pathLst>
                  <a:path w="1889" h="1821" extrusionOk="0">
                    <a:moveTo>
                      <a:pt x="945" y="1"/>
                    </a:moveTo>
                    <a:cubicBezTo>
                      <a:pt x="473" y="1"/>
                      <a:pt x="1" y="304"/>
                      <a:pt x="10" y="911"/>
                    </a:cubicBezTo>
                    <a:cubicBezTo>
                      <a:pt x="1" y="1517"/>
                      <a:pt x="473" y="1820"/>
                      <a:pt x="945" y="1820"/>
                    </a:cubicBezTo>
                    <a:cubicBezTo>
                      <a:pt x="1416" y="1820"/>
                      <a:pt x="1888" y="1517"/>
                      <a:pt x="1879" y="911"/>
                    </a:cubicBezTo>
                    <a:cubicBezTo>
                      <a:pt x="1888" y="304"/>
                      <a:pt x="1416" y="1"/>
                      <a:pt x="94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" name="Google Shape;157;p8"/>
              <p:cNvSpPr/>
              <p:nvPr/>
            </p:nvSpPr>
            <p:spPr>
              <a:xfrm>
                <a:off x="4703374" y="3401523"/>
                <a:ext cx="82992" cy="80047"/>
              </a:xfrm>
              <a:custGeom>
                <a:avLst/>
                <a:gdLst/>
                <a:ahLst/>
                <a:cxnLst/>
                <a:rect l="l" t="t" r="r" b="b"/>
                <a:pathLst>
                  <a:path w="1888" h="1821" extrusionOk="0">
                    <a:moveTo>
                      <a:pt x="944" y="1"/>
                    </a:moveTo>
                    <a:cubicBezTo>
                      <a:pt x="472" y="1"/>
                      <a:pt x="0" y="304"/>
                      <a:pt x="9" y="911"/>
                    </a:cubicBezTo>
                    <a:cubicBezTo>
                      <a:pt x="0" y="1517"/>
                      <a:pt x="472" y="1820"/>
                      <a:pt x="944" y="1820"/>
                    </a:cubicBezTo>
                    <a:cubicBezTo>
                      <a:pt x="1416" y="1820"/>
                      <a:pt x="1887" y="1517"/>
                      <a:pt x="1878" y="911"/>
                    </a:cubicBezTo>
                    <a:cubicBezTo>
                      <a:pt x="1887" y="304"/>
                      <a:pt x="1416" y="1"/>
                      <a:pt x="94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8" name="Google Shape;158;p8"/>
            <p:cNvGrpSpPr/>
            <p:nvPr/>
          </p:nvGrpSpPr>
          <p:grpSpPr>
            <a:xfrm>
              <a:off x="1415091" y="2586831"/>
              <a:ext cx="1203249" cy="2556968"/>
              <a:chOff x="3733925" y="3400424"/>
              <a:chExt cx="1079728" cy="2294274"/>
            </a:xfrm>
          </p:grpSpPr>
          <p:sp>
            <p:nvSpPr>
              <p:cNvPr id="159" name="Google Shape;159;p8"/>
              <p:cNvSpPr/>
              <p:nvPr/>
            </p:nvSpPr>
            <p:spPr>
              <a:xfrm>
                <a:off x="3733925" y="3445303"/>
                <a:ext cx="1079728" cy="42375"/>
              </a:xfrm>
              <a:custGeom>
                <a:avLst/>
                <a:gdLst/>
                <a:ahLst/>
                <a:cxnLst/>
                <a:rect l="l" t="t" r="r" b="b"/>
                <a:pathLst>
                  <a:path w="24563" h="964" extrusionOk="0">
                    <a:moveTo>
                      <a:pt x="1" y="1"/>
                    </a:moveTo>
                    <a:lnTo>
                      <a:pt x="1" y="964"/>
                    </a:lnTo>
                    <a:lnTo>
                      <a:pt x="24562" y="964"/>
                    </a:lnTo>
                    <a:lnTo>
                      <a:pt x="24562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" name="Google Shape;160;p8"/>
              <p:cNvSpPr/>
              <p:nvPr/>
            </p:nvSpPr>
            <p:spPr>
              <a:xfrm>
                <a:off x="4252166" y="3400424"/>
                <a:ext cx="43254" cy="2294274"/>
              </a:xfrm>
              <a:custGeom>
                <a:avLst/>
                <a:gdLst/>
                <a:ahLst/>
                <a:cxnLst/>
                <a:rect l="l" t="t" r="r" b="b"/>
                <a:pathLst>
                  <a:path w="984" h="52193" extrusionOk="0">
                    <a:moveTo>
                      <a:pt x="0" y="1"/>
                    </a:moveTo>
                    <a:lnTo>
                      <a:pt x="0" y="52193"/>
                    </a:lnTo>
                    <a:lnTo>
                      <a:pt x="983" y="52193"/>
                    </a:lnTo>
                    <a:lnTo>
                      <a:pt x="983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" name="Google Shape;161;p8"/>
              <p:cNvSpPr/>
              <p:nvPr/>
            </p:nvSpPr>
            <p:spPr>
              <a:xfrm>
                <a:off x="3761178" y="3401523"/>
                <a:ext cx="83036" cy="80047"/>
              </a:xfrm>
              <a:custGeom>
                <a:avLst/>
                <a:gdLst/>
                <a:ahLst/>
                <a:cxnLst/>
                <a:rect l="l" t="t" r="r" b="b"/>
                <a:pathLst>
                  <a:path w="1889" h="1821" extrusionOk="0">
                    <a:moveTo>
                      <a:pt x="945" y="1"/>
                    </a:moveTo>
                    <a:cubicBezTo>
                      <a:pt x="473" y="1"/>
                      <a:pt x="1" y="304"/>
                      <a:pt x="10" y="911"/>
                    </a:cubicBezTo>
                    <a:cubicBezTo>
                      <a:pt x="1" y="1517"/>
                      <a:pt x="473" y="1820"/>
                      <a:pt x="945" y="1820"/>
                    </a:cubicBezTo>
                    <a:cubicBezTo>
                      <a:pt x="1416" y="1820"/>
                      <a:pt x="1888" y="1517"/>
                      <a:pt x="1879" y="911"/>
                    </a:cubicBezTo>
                    <a:cubicBezTo>
                      <a:pt x="1888" y="304"/>
                      <a:pt x="1416" y="1"/>
                      <a:pt x="94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" name="Google Shape;162;p8"/>
              <p:cNvSpPr/>
              <p:nvPr/>
            </p:nvSpPr>
            <p:spPr>
              <a:xfrm>
                <a:off x="4703374" y="3401523"/>
                <a:ext cx="82992" cy="80047"/>
              </a:xfrm>
              <a:custGeom>
                <a:avLst/>
                <a:gdLst/>
                <a:ahLst/>
                <a:cxnLst/>
                <a:rect l="l" t="t" r="r" b="b"/>
                <a:pathLst>
                  <a:path w="1888" h="1821" extrusionOk="0">
                    <a:moveTo>
                      <a:pt x="944" y="1"/>
                    </a:moveTo>
                    <a:cubicBezTo>
                      <a:pt x="472" y="1"/>
                      <a:pt x="0" y="304"/>
                      <a:pt x="9" y="911"/>
                    </a:cubicBezTo>
                    <a:cubicBezTo>
                      <a:pt x="0" y="1517"/>
                      <a:pt x="472" y="1820"/>
                      <a:pt x="944" y="1820"/>
                    </a:cubicBezTo>
                    <a:cubicBezTo>
                      <a:pt x="1416" y="1820"/>
                      <a:pt x="1887" y="1517"/>
                      <a:pt x="1878" y="911"/>
                    </a:cubicBezTo>
                    <a:cubicBezTo>
                      <a:pt x="1887" y="304"/>
                      <a:pt x="1416" y="1"/>
                      <a:pt x="94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63" name="Google Shape;163;p8"/>
            <p:cNvSpPr/>
            <p:nvPr/>
          </p:nvSpPr>
          <p:spPr>
            <a:xfrm>
              <a:off x="233272" y="1668407"/>
              <a:ext cx="1212175" cy="965991"/>
            </a:xfrm>
            <a:custGeom>
              <a:avLst/>
              <a:gdLst/>
              <a:ahLst/>
              <a:cxnLst/>
              <a:rect l="l" t="t" r="r" b="b"/>
              <a:pathLst>
                <a:path w="31432" h="25050" extrusionOk="0">
                  <a:moveTo>
                    <a:pt x="0" y="0"/>
                  </a:moveTo>
                  <a:cubicBezTo>
                    <a:pt x="8720" y="10171"/>
                    <a:pt x="18137" y="23393"/>
                    <a:pt x="31432" y="25050"/>
                  </a:cubicBez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64" name="Google Shape;164;p8"/>
            <p:cNvSpPr/>
            <p:nvPr/>
          </p:nvSpPr>
          <p:spPr>
            <a:xfrm>
              <a:off x="218575" y="1657375"/>
              <a:ext cx="2342385" cy="966016"/>
            </a:xfrm>
            <a:custGeom>
              <a:avLst/>
              <a:gdLst/>
              <a:ahLst/>
              <a:cxnLst/>
              <a:rect l="l" t="t" r="r" b="b"/>
              <a:pathLst>
                <a:path w="58769" h="24670" extrusionOk="0">
                  <a:moveTo>
                    <a:pt x="0" y="0"/>
                  </a:moveTo>
                  <a:cubicBezTo>
                    <a:pt x="16766" y="13049"/>
                    <a:pt x="39766" y="15169"/>
                    <a:pt x="58769" y="24670"/>
                  </a:cubicBez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65" name="Google Shape;165;p8"/>
            <p:cNvSpPr/>
            <p:nvPr/>
          </p:nvSpPr>
          <p:spPr>
            <a:xfrm>
              <a:off x="1489480" y="1661050"/>
              <a:ext cx="203630" cy="966016"/>
            </a:xfrm>
            <a:custGeom>
              <a:avLst/>
              <a:gdLst/>
              <a:ahLst/>
              <a:cxnLst/>
              <a:rect l="l" t="t" r="r" b="b"/>
              <a:pathLst>
                <a:path w="7184" h="24670" extrusionOk="0">
                  <a:moveTo>
                    <a:pt x="7049" y="0"/>
                  </a:moveTo>
                  <a:cubicBezTo>
                    <a:pt x="7897" y="8510"/>
                    <a:pt x="3825" y="17020"/>
                    <a:pt x="0" y="24670"/>
                  </a:cubicBez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66" name="Google Shape;166;p8"/>
            <p:cNvSpPr/>
            <p:nvPr/>
          </p:nvSpPr>
          <p:spPr>
            <a:xfrm>
              <a:off x="1702600" y="1719800"/>
              <a:ext cx="858354" cy="914591"/>
            </a:xfrm>
            <a:custGeom>
              <a:avLst/>
              <a:gdLst/>
              <a:ahLst/>
              <a:cxnLst/>
              <a:rect l="l" t="t" r="r" b="b"/>
              <a:pathLst>
                <a:path w="20193" h="23241" extrusionOk="0">
                  <a:moveTo>
                    <a:pt x="20193" y="23241"/>
                  </a:moveTo>
                  <a:cubicBezTo>
                    <a:pt x="15103" y="14330"/>
                    <a:pt x="3239" y="9738"/>
                    <a:pt x="0" y="0"/>
                  </a:cubicBez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grpSp>
          <p:nvGrpSpPr>
            <p:cNvPr id="167" name="Google Shape;167;p8"/>
            <p:cNvGrpSpPr/>
            <p:nvPr/>
          </p:nvGrpSpPr>
          <p:grpSpPr>
            <a:xfrm>
              <a:off x="2243844" y="3070646"/>
              <a:ext cx="975534" cy="2073106"/>
              <a:chOff x="3733925" y="3400424"/>
              <a:chExt cx="1079728" cy="2294274"/>
            </a:xfrm>
          </p:grpSpPr>
          <p:sp>
            <p:nvSpPr>
              <p:cNvPr id="168" name="Google Shape;168;p8"/>
              <p:cNvSpPr/>
              <p:nvPr/>
            </p:nvSpPr>
            <p:spPr>
              <a:xfrm>
                <a:off x="3733925" y="3445303"/>
                <a:ext cx="1079728" cy="42375"/>
              </a:xfrm>
              <a:custGeom>
                <a:avLst/>
                <a:gdLst/>
                <a:ahLst/>
                <a:cxnLst/>
                <a:rect l="l" t="t" r="r" b="b"/>
                <a:pathLst>
                  <a:path w="24563" h="964" extrusionOk="0">
                    <a:moveTo>
                      <a:pt x="1" y="1"/>
                    </a:moveTo>
                    <a:lnTo>
                      <a:pt x="1" y="964"/>
                    </a:lnTo>
                    <a:lnTo>
                      <a:pt x="24562" y="964"/>
                    </a:lnTo>
                    <a:lnTo>
                      <a:pt x="24562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" name="Google Shape;169;p8"/>
              <p:cNvSpPr/>
              <p:nvPr/>
            </p:nvSpPr>
            <p:spPr>
              <a:xfrm>
                <a:off x="4252166" y="3400424"/>
                <a:ext cx="43254" cy="2294274"/>
              </a:xfrm>
              <a:custGeom>
                <a:avLst/>
                <a:gdLst/>
                <a:ahLst/>
                <a:cxnLst/>
                <a:rect l="l" t="t" r="r" b="b"/>
                <a:pathLst>
                  <a:path w="984" h="52193" extrusionOk="0">
                    <a:moveTo>
                      <a:pt x="0" y="1"/>
                    </a:moveTo>
                    <a:lnTo>
                      <a:pt x="0" y="52193"/>
                    </a:lnTo>
                    <a:lnTo>
                      <a:pt x="983" y="52193"/>
                    </a:lnTo>
                    <a:lnTo>
                      <a:pt x="983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" name="Google Shape;170;p8"/>
              <p:cNvSpPr/>
              <p:nvPr/>
            </p:nvSpPr>
            <p:spPr>
              <a:xfrm>
                <a:off x="3761178" y="3401523"/>
                <a:ext cx="83036" cy="80047"/>
              </a:xfrm>
              <a:custGeom>
                <a:avLst/>
                <a:gdLst/>
                <a:ahLst/>
                <a:cxnLst/>
                <a:rect l="l" t="t" r="r" b="b"/>
                <a:pathLst>
                  <a:path w="1889" h="1821" extrusionOk="0">
                    <a:moveTo>
                      <a:pt x="945" y="1"/>
                    </a:moveTo>
                    <a:cubicBezTo>
                      <a:pt x="473" y="1"/>
                      <a:pt x="1" y="304"/>
                      <a:pt x="10" y="911"/>
                    </a:cubicBezTo>
                    <a:cubicBezTo>
                      <a:pt x="1" y="1517"/>
                      <a:pt x="473" y="1820"/>
                      <a:pt x="945" y="1820"/>
                    </a:cubicBezTo>
                    <a:cubicBezTo>
                      <a:pt x="1416" y="1820"/>
                      <a:pt x="1888" y="1517"/>
                      <a:pt x="1879" y="911"/>
                    </a:cubicBezTo>
                    <a:cubicBezTo>
                      <a:pt x="1888" y="304"/>
                      <a:pt x="1416" y="1"/>
                      <a:pt x="94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" name="Google Shape;171;p8"/>
              <p:cNvSpPr/>
              <p:nvPr/>
            </p:nvSpPr>
            <p:spPr>
              <a:xfrm>
                <a:off x="4703374" y="3401523"/>
                <a:ext cx="82992" cy="80047"/>
              </a:xfrm>
              <a:custGeom>
                <a:avLst/>
                <a:gdLst/>
                <a:ahLst/>
                <a:cxnLst/>
                <a:rect l="l" t="t" r="r" b="b"/>
                <a:pathLst>
                  <a:path w="1888" h="1821" extrusionOk="0">
                    <a:moveTo>
                      <a:pt x="944" y="1"/>
                    </a:moveTo>
                    <a:cubicBezTo>
                      <a:pt x="472" y="1"/>
                      <a:pt x="0" y="304"/>
                      <a:pt x="9" y="911"/>
                    </a:cubicBezTo>
                    <a:cubicBezTo>
                      <a:pt x="0" y="1517"/>
                      <a:pt x="472" y="1820"/>
                      <a:pt x="944" y="1820"/>
                    </a:cubicBezTo>
                    <a:cubicBezTo>
                      <a:pt x="1416" y="1820"/>
                      <a:pt x="1887" y="1517"/>
                      <a:pt x="1878" y="911"/>
                    </a:cubicBezTo>
                    <a:cubicBezTo>
                      <a:pt x="1887" y="304"/>
                      <a:pt x="1416" y="1"/>
                      <a:pt x="94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72" name="Google Shape;172;p8"/>
            <p:cNvSpPr/>
            <p:nvPr/>
          </p:nvSpPr>
          <p:spPr>
            <a:xfrm>
              <a:off x="1483525" y="2631275"/>
              <a:ext cx="804850" cy="459600"/>
            </a:xfrm>
            <a:custGeom>
              <a:avLst/>
              <a:gdLst/>
              <a:ahLst/>
              <a:cxnLst/>
              <a:rect l="l" t="t" r="r" b="b"/>
              <a:pathLst>
                <a:path w="32194" h="18384" extrusionOk="0">
                  <a:moveTo>
                    <a:pt x="0" y="0"/>
                  </a:moveTo>
                  <a:cubicBezTo>
                    <a:pt x="7086" y="10124"/>
                    <a:pt x="19933" y="16839"/>
                    <a:pt x="32194" y="18384"/>
                  </a:cubicBez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73" name="Google Shape;173;p8"/>
            <p:cNvSpPr/>
            <p:nvPr/>
          </p:nvSpPr>
          <p:spPr>
            <a:xfrm>
              <a:off x="1476375" y="2631275"/>
              <a:ext cx="1695450" cy="473875"/>
            </a:xfrm>
            <a:custGeom>
              <a:avLst/>
              <a:gdLst/>
              <a:ahLst/>
              <a:cxnLst/>
              <a:rect l="l" t="t" r="r" b="b"/>
              <a:pathLst>
                <a:path w="67818" h="18955" extrusionOk="0">
                  <a:moveTo>
                    <a:pt x="0" y="0"/>
                  </a:moveTo>
                  <a:cubicBezTo>
                    <a:pt x="17915" y="15166"/>
                    <a:pt x="48712" y="5320"/>
                    <a:pt x="67818" y="18955"/>
                  </a:cubicBez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74" name="Google Shape;174;p8"/>
            <p:cNvSpPr/>
            <p:nvPr/>
          </p:nvSpPr>
          <p:spPr>
            <a:xfrm>
              <a:off x="2297288" y="2631275"/>
              <a:ext cx="257779" cy="473875"/>
            </a:xfrm>
            <a:custGeom>
              <a:avLst/>
              <a:gdLst/>
              <a:ahLst/>
              <a:cxnLst/>
              <a:rect l="l" t="t" r="r" b="b"/>
              <a:pathLst>
                <a:path w="8953" h="18955" extrusionOk="0">
                  <a:moveTo>
                    <a:pt x="8953" y="0"/>
                  </a:moveTo>
                  <a:cubicBezTo>
                    <a:pt x="4589" y="5458"/>
                    <a:pt x="864" y="12021"/>
                    <a:pt x="0" y="18955"/>
                  </a:cubicBez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75" name="Google Shape;175;p8"/>
            <p:cNvSpPr/>
            <p:nvPr/>
          </p:nvSpPr>
          <p:spPr>
            <a:xfrm>
              <a:off x="2521750" y="2636050"/>
              <a:ext cx="642925" cy="457200"/>
            </a:xfrm>
            <a:custGeom>
              <a:avLst/>
              <a:gdLst/>
              <a:ahLst/>
              <a:cxnLst/>
              <a:rect l="l" t="t" r="r" b="b"/>
              <a:pathLst>
                <a:path w="25717" h="18288" extrusionOk="0">
                  <a:moveTo>
                    <a:pt x="0" y="0"/>
                  </a:moveTo>
                  <a:cubicBezTo>
                    <a:pt x="6573" y="8212"/>
                    <a:pt x="17159" y="12172"/>
                    <a:pt x="25717" y="18288"/>
                  </a:cubicBez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9"/>
          <p:cNvSpPr txBox="1">
            <a:spLocks noGrp="1"/>
          </p:cNvSpPr>
          <p:nvPr>
            <p:ph type="title"/>
          </p:nvPr>
        </p:nvSpPr>
        <p:spPr>
          <a:xfrm>
            <a:off x="2135550" y="1189100"/>
            <a:ext cx="4872900" cy="196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178" name="Google Shape;178;p9"/>
          <p:cNvSpPr txBox="1">
            <a:spLocks noGrp="1"/>
          </p:cNvSpPr>
          <p:nvPr>
            <p:ph type="subTitle" idx="1"/>
          </p:nvPr>
        </p:nvSpPr>
        <p:spPr>
          <a:xfrm>
            <a:off x="2135550" y="3153500"/>
            <a:ext cx="4872900" cy="67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grpSp>
        <p:nvGrpSpPr>
          <p:cNvPr id="179" name="Google Shape;179;p9"/>
          <p:cNvGrpSpPr/>
          <p:nvPr/>
        </p:nvGrpSpPr>
        <p:grpSpPr>
          <a:xfrm flipH="1">
            <a:off x="8430775" y="298000"/>
            <a:ext cx="241500" cy="241500"/>
            <a:chOff x="-1752450" y="4362450"/>
            <a:chExt cx="241500" cy="241500"/>
          </a:xfrm>
        </p:grpSpPr>
        <p:sp>
          <p:nvSpPr>
            <p:cNvPr id="180" name="Google Shape;180;p9"/>
            <p:cNvSpPr/>
            <p:nvPr/>
          </p:nvSpPr>
          <p:spPr>
            <a:xfrm>
              <a:off x="-1752450" y="4362450"/>
              <a:ext cx="114300" cy="2415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" name="Google Shape;181;p9"/>
            <p:cNvSpPr/>
            <p:nvPr/>
          </p:nvSpPr>
          <p:spPr>
            <a:xfrm rot="5400000">
              <a:off x="-1688850" y="4298850"/>
              <a:ext cx="114300" cy="2415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2" name="Google Shape;182;p9"/>
          <p:cNvGrpSpPr/>
          <p:nvPr/>
        </p:nvGrpSpPr>
        <p:grpSpPr>
          <a:xfrm>
            <a:off x="4200525" y="4676775"/>
            <a:ext cx="742950" cy="76200"/>
            <a:chOff x="2647950" y="4676775"/>
            <a:chExt cx="742950" cy="76200"/>
          </a:xfrm>
        </p:grpSpPr>
        <p:sp>
          <p:nvSpPr>
            <p:cNvPr id="183" name="Google Shape;183;p9"/>
            <p:cNvSpPr/>
            <p:nvPr/>
          </p:nvSpPr>
          <p:spPr>
            <a:xfrm>
              <a:off x="2647950" y="4676775"/>
              <a:ext cx="76200" cy="762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" name="Google Shape;184;p9"/>
            <p:cNvSpPr/>
            <p:nvPr/>
          </p:nvSpPr>
          <p:spPr>
            <a:xfrm>
              <a:off x="2870200" y="4676775"/>
              <a:ext cx="76200" cy="762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" name="Google Shape;185;p9"/>
            <p:cNvSpPr/>
            <p:nvPr/>
          </p:nvSpPr>
          <p:spPr>
            <a:xfrm>
              <a:off x="3092450" y="4676775"/>
              <a:ext cx="76200" cy="762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" name="Google Shape;186;p9"/>
            <p:cNvSpPr/>
            <p:nvPr/>
          </p:nvSpPr>
          <p:spPr>
            <a:xfrm>
              <a:off x="3314700" y="4676775"/>
              <a:ext cx="76200" cy="762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7" name="Google Shape;187;p9"/>
          <p:cNvGrpSpPr/>
          <p:nvPr/>
        </p:nvGrpSpPr>
        <p:grpSpPr>
          <a:xfrm>
            <a:off x="471725" y="298000"/>
            <a:ext cx="241500" cy="241500"/>
            <a:chOff x="-1752450" y="4362450"/>
            <a:chExt cx="241500" cy="241500"/>
          </a:xfrm>
        </p:grpSpPr>
        <p:sp>
          <p:nvSpPr>
            <p:cNvPr id="188" name="Google Shape;188;p9"/>
            <p:cNvSpPr/>
            <p:nvPr/>
          </p:nvSpPr>
          <p:spPr>
            <a:xfrm>
              <a:off x="-1752450" y="4362450"/>
              <a:ext cx="114300" cy="2415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" name="Google Shape;189;p9"/>
            <p:cNvSpPr/>
            <p:nvPr/>
          </p:nvSpPr>
          <p:spPr>
            <a:xfrm rot="5400000">
              <a:off x="-1688850" y="4298850"/>
              <a:ext cx="114300" cy="2415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90" name="Google Shape;190;p9"/>
          <p:cNvGrpSpPr/>
          <p:nvPr/>
        </p:nvGrpSpPr>
        <p:grpSpPr>
          <a:xfrm>
            <a:off x="138278" y="1526683"/>
            <a:ext cx="1586643" cy="4544090"/>
            <a:chOff x="74089" y="2876575"/>
            <a:chExt cx="1115390" cy="3194439"/>
          </a:xfrm>
        </p:grpSpPr>
        <p:grpSp>
          <p:nvGrpSpPr>
            <p:cNvPr id="191" name="Google Shape;191;p9"/>
            <p:cNvGrpSpPr/>
            <p:nvPr/>
          </p:nvGrpSpPr>
          <p:grpSpPr>
            <a:xfrm>
              <a:off x="74089" y="2876575"/>
              <a:ext cx="639140" cy="2632464"/>
              <a:chOff x="3265400" y="517275"/>
              <a:chExt cx="1212100" cy="4991400"/>
            </a:xfrm>
          </p:grpSpPr>
          <p:sp>
            <p:nvSpPr>
              <p:cNvPr id="192" name="Google Shape;192;p9"/>
              <p:cNvSpPr/>
              <p:nvPr/>
            </p:nvSpPr>
            <p:spPr>
              <a:xfrm>
                <a:off x="3827250" y="517275"/>
                <a:ext cx="88425" cy="3974750"/>
              </a:xfrm>
              <a:custGeom>
                <a:avLst/>
                <a:gdLst/>
                <a:ahLst/>
                <a:cxnLst/>
                <a:rect l="l" t="t" r="r" b="b"/>
                <a:pathLst>
                  <a:path w="3537" h="158990" extrusionOk="0">
                    <a:moveTo>
                      <a:pt x="1768" y="1"/>
                    </a:moveTo>
                    <a:cubicBezTo>
                      <a:pt x="791" y="1"/>
                      <a:pt x="0" y="792"/>
                      <a:pt x="0" y="1769"/>
                    </a:cubicBezTo>
                    <a:lnTo>
                      <a:pt x="0" y="157222"/>
                    </a:lnTo>
                    <a:cubicBezTo>
                      <a:pt x="0" y="158199"/>
                      <a:pt x="791" y="158990"/>
                      <a:pt x="1768" y="158990"/>
                    </a:cubicBezTo>
                    <a:cubicBezTo>
                      <a:pt x="2745" y="158990"/>
                      <a:pt x="3536" y="158199"/>
                      <a:pt x="3536" y="157222"/>
                    </a:cubicBezTo>
                    <a:lnTo>
                      <a:pt x="3536" y="1769"/>
                    </a:lnTo>
                    <a:cubicBezTo>
                      <a:pt x="3536" y="792"/>
                      <a:pt x="2745" y="1"/>
                      <a:pt x="176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" name="Google Shape;193;p9"/>
              <p:cNvSpPr/>
              <p:nvPr/>
            </p:nvSpPr>
            <p:spPr>
              <a:xfrm>
                <a:off x="3703950" y="4283000"/>
                <a:ext cx="335025" cy="1225675"/>
              </a:xfrm>
              <a:custGeom>
                <a:avLst/>
                <a:gdLst/>
                <a:ahLst/>
                <a:cxnLst/>
                <a:rect l="l" t="t" r="r" b="b"/>
                <a:pathLst>
                  <a:path w="13401" h="49027" extrusionOk="0">
                    <a:moveTo>
                      <a:pt x="2637" y="1"/>
                    </a:moveTo>
                    <a:cubicBezTo>
                      <a:pt x="1179" y="1"/>
                      <a:pt x="0" y="1180"/>
                      <a:pt x="0" y="2638"/>
                    </a:cubicBezTo>
                    <a:lnTo>
                      <a:pt x="0" y="46375"/>
                    </a:lnTo>
                    <a:cubicBezTo>
                      <a:pt x="0" y="47833"/>
                      <a:pt x="1179" y="49027"/>
                      <a:pt x="2637" y="49027"/>
                    </a:cubicBezTo>
                    <a:lnTo>
                      <a:pt x="10764" y="49027"/>
                    </a:lnTo>
                    <a:cubicBezTo>
                      <a:pt x="12222" y="49027"/>
                      <a:pt x="13400" y="47833"/>
                      <a:pt x="13400" y="46375"/>
                    </a:cubicBezTo>
                    <a:lnTo>
                      <a:pt x="13400" y="2638"/>
                    </a:lnTo>
                    <a:cubicBezTo>
                      <a:pt x="13400" y="1180"/>
                      <a:pt x="12222" y="1"/>
                      <a:pt x="1076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" name="Google Shape;194;p9"/>
              <p:cNvSpPr/>
              <p:nvPr/>
            </p:nvSpPr>
            <p:spPr>
              <a:xfrm>
                <a:off x="3265400" y="813900"/>
                <a:ext cx="1212100" cy="76425"/>
              </a:xfrm>
              <a:custGeom>
                <a:avLst/>
                <a:gdLst/>
                <a:ahLst/>
                <a:cxnLst/>
                <a:rect l="l" t="t" r="r" b="b"/>
                <a:pathLst>
                  <a:path w="48484" h="3057" extrusionOk="0">
                    <a:moveTo>
                      <a:pt x="993" y="1"/>
                    </a:moveTo>
                    <a:cubicBezTo>
                      <a:pt x="435" y="1"/>
                      <a:pt x="1" y="451"/>
                      <a:pt x="1" y="993"/>
                    </a:cubicBezTo>
                    <a:lnTo>
                      <a:pt x="1" y="2048"/>
                    </a:lnTo>
                    <a:cubicBezTo>
                      <a:pt x="1" y="2606"/>
                      <a:pt x="435" y="3056"/>
                      <a:pt x="993" y="3056"/>
                    </a:cubicBezTo>
                    <a:lnTo>
                      <a:pt x="47491" y="3056"/>
                    </a:lnTo>
                    <a:cubicBezTo>
                      <a:pt x="48049" y="3056"/>
                      <a:pt x="48484" y="2606"/>
                      <a:pt x="48484" y="2048"/>
                    </a:cubicBezTo>
                    <a:lnTo>
                      <a:pt x="48484" y="993"/>
                    </a:lnTo>
                    <a:cubicBezTo>
                      <a:pt x="48484" y="451"/>
                      <a:pt x="48049" y="1"/>
                      <a:pt x="47491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" name="Google Shape;195;p9"/>
              <p:cNvSpPr/>
              <p:nvPr/>
            </p:nvSpPr>
            <p:spPr>
              <a:xfrm>
                <a:off x="3394900" y="755350"/>
                <a:ext cx="19425" cy="63225"/>
              </a:xfrm>
              <a:custGeom>
                <a:avLst/>
                <a:gdLst/>
                <a:ahLst/>
                <a:cxnLst/>
                <a:rect l="l" t="t" r="r" b="b"/>
                <a:pathLst>
                  <a:path w="777" h="2529" extrusionOk="0">
                    <a:moveTo>
                      <a:pt x="1" y="1"/>
                    </a:moveTo>
                    <a:lnTo>
                      <a:pt x="1" y="2529"/>
                    </a:lnTo>
                    <a:lnTo>
                      <a:pt x="776" y="2529"/>
                    </a:lnTo>
                    <a:lnTo>
                      <a:pt x="776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" name="Google Shape;196;p9"/>
              <p:cNvSpPr/>
              <p:nvPr/>
            </p:nvSpPr>
            <p:spPr>
              <a:xfrm>
                <a:off x="3593425" y="755350"/>
                <a:ext cx="19025" cy="63225"/>
              </a:xfrm>
              <a:custGeom>
                <a:avLst/>
                <a:gdLst/>
                <a:ahLst/>
                <a:cxnLst/>
                <a:rect l="l" t="t" r="r" b="b"/>
                <a:pathLst>
                  <a:path w="761" h="2529" extrusionOk="0">
                    <a:moveTo>
                      <a:pt x="1" y="1"/>
                    </a:moveTo>
                    <a:lnTo>
                      <a:pt x="1" y="2529"/>
                    </a:lnTo>
                    <a:lnTo>
                      <a:pt x="761" y="2529"/>
                    </a:lnTo>
                    <a:lnTo>
                      <a:pt x="761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" name="Google Shape;197;p9"/>
              <p:cNvSpPr/>
              <p:nvPr/>
            </p:nvSpPr>
            <p:spPr>
              <a:xfrm>
                <a:off x="4130450" y="755350"/>
                <a:ext cx="19025" cy="63225"/>
              </a:xfrm>
              <a:custGeom>
                <a:avLst/>
                <a:gdLst/>
                <a:ahLst/>
                <a:cxnLst/>
                <a:rect l="l" t="t" r="r" b="b"/>
                <a:pathLst>
                  <a:path w="761" h="2529" extrusionOk="0">
                    <a:moveTo>
                      <a:pt x="1" y="1"/>
                    </a:moveTo>
                    <a:lnTo>
                      <a:pt x="1" y="2529"/>
                    </a:lnTo>
                    <a:lnTo>
                      <a:pt x="761" y="2529"/>
                    </a:lnTo>
                    <a:lnTo>
                      <a:pt x="761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" name="Google Shape;198;p9"/>
              <p:cNvSpPr/>
              <p:nvPr/>
            </p:nvSpPr>
            <p:spPr>
              <a:xfrm>
                <a:off x="4328600" y="755350"/>
                <a:ext cx="19400" cy="63225"/>
              </a:xfrm>
              <a:custGeom>
                <a:avLst/>
                <a:gdLst/>
                <a:ahLst/>
                <a:cxnLst/>
                <a:rect l="l" t="t" r="r" b="b"/>
                <a:pathLst>
                  <a:path w="776" h="2529" extrusionOk="0">
                    <a:moveTo>
                      <a:pt x="0" y="1"/>
                    </a:moveTo>
                    <a:lnTo>
                      <a:pt x="0" y="2529"/>
                    </a:lnTo>
                    <a:lnTo>
                      <a:pt x="776" y="2529"/>
                    </a:lnTo>
                    <a:lnTo>
                      <a:pt x="776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" name="Google Shape;199;p9"/>
              <p:cNvSpPr/>
              <p:nvPr/>
            </p:nvSpPr>
            <p:spPr>
              <a:xfrm>
                <a:off x="4296800" y="725125"/>
                <a:ext cx="83000" cy="41500"/>
              </a:xfrm>
              <a:custGeom>
                <a:avLst/>
                <a:gdLst/>
                <a:ahLst/>
                <a:cxnLst/>
                <a:rect l="l" t="t" r="r" b="b"/>
                <a:pathLst>
                  <a:path w="3320" h="1660" extrusionOk="0">
                    <a:moveTo>
                      <a:pt x="1660" y="0"/>
                    </a:moveTo>
                    <a:cubicBezTo>
                      <a:pt x="745" y="0"/>
                      <a:pt x="0" y="744"/>
                      <a:pt x="0" y="1660"/>
                    </a:cubicBezTo>
                    <a:lnTo>
                      <a:pt x="3319" y="1660"/>
                    </a:lnTo>
                    <a:cubicBezTo>
                      <a:pt x="3319" y="744"/>
                      <a:pt x="2575" y="0"/>
                      <a:pt x="166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" name="Google Shape;200;p9"/>
              <p:cNvSpPr/>
              <p:nvPr/>
            </p:nvSpPr>
            <p:spPr>
              <a:xfrm>
                <a:off x="4098650" y="725125"/>
                <a:ext cx="83000" cy="41500"/>
              </a:xfrm>
              <a:custGeom>
                <a:avLst/>
                <a:gdLst/>
                <a:ahLst/>
                <a:cxnLst/>
                <a:rect l="l" t="t" r="r" b="b"/>
                <a:pathLst>
                  <a:path w="3320" h="1660" extrusionOk="0">
                    <a:moveTo>
                      <a:pt x="1660" y="0"/>
                    </a:moveTo>
                    <a:cubicBezTo>
                      <a:pt x="745" y="0"/>
                      <a:pt x="1" y="744"/>
                      <a:pt x="1" y="1660"/>
                    </a:cubicBezTo>
                    <a:lnTo>
                      <a:pt x="3320" y="1660"/>
                    </a:lnTo>
                    <a:cubicBezTo>
                      <a:pt x="3320" y="744"/>
                      <a:pt x="2575" y="0"/>
                      <a:pt x="166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" name="Google Shape;201;p9"/>
              <p:cNvSpPr/>
              <p:nvPr/>
            </p:nvSpPr>
            <p:spPr>
              <a:xfrm>
                <a:off x="3561250" y="725125"/>
                <a:ext cx="83400" cy="41500"/>
              </a:xfrm>
              <a:custGeom>
                <a:avLst/>
                <a:gdLst/>
                <a:ahLst/>
                <a:cxnLst/>
                <a:rect l="l" t="t" r="r" b="b"/>
                <a:pathLst>
                  <a:path w="3336" h="1660" extrusionOk="0">
                    <a:moveTo>
                      <a:pt x="1660" y="0"/>
                    </a:moveTo>
                    <a:cubicBezTo>
                      <a:pt x="745" y="0"/>
                      <a:pt x="1" y="744"/>
                      <a:pt x="1" y="1660"/>
                    </a:cubicBezTo>
                    <a:lnTo>
                      <a:pt x="3335" y="1660"/>
                    </a:lnTo>
                    <a:cubicBezTo>
                      <a:pt x="3335" y="744"/>
                      <a:pt x="2591" y="0"/>
                      <a:pt x="166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" name="Google Shape;202;p9"/>
              <p:cNvSpPr/>
              <p:nvPr/>
            </p:nvSpPr>
            <p:spPr>
              <a:xfrm>
                <a:off x="3363125" y="725125"/>
                <a:ext cx="83000" cy="41500"/>
              </a:xfrm>
              <a:custGeom>
                <a:avLst/>
                <a:gdLst/>
                <a:ahLst/>
                <a:cxnLst/>
                <a:rect l="l" t="t" r="r" b="b"/>
                <a:pathLst>
                  <a:path w="3320" h="1660" extrusionOk="0">
                    <a:moveTo>
                      <a:pt x="1660" y="0"/>
                    </a:moveTo>
                    <a:cubicBezTo>
                      <a:pt x="745" y="0"/>
                      <a:pt x="0" y="744"/>
                      <a:pt x="0" y="1660"/>
                    </a:cubicBezTo>
                    <a:lnTo>
                      <a:pt x="3319" y="1660"/>
                    </a:lnTo>
                    <a:cubicBezTo>
                      <a:pt x="3319" y="744"/>
                      <a:pt x="2575" y="0"/>
                      <a:pt x="166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03" name="Google Shape;203;p9"/>
            <p:cNvGrpSpPr/>
            <p:nvPr/>
          </p:nvGrpSpPr>
          <p:grpSpPr>
            <a:xfrm>
              <a:off x="550339" y="3438550"/>
              <a:ext cx="639140" cy="2632464"/>
              <a:chOff x="3265400" y="517275"/>
              <a:chExt cx="1212100" cy="4991400"/>
            </a:xfrm>
          </p:grpSpPr>
          <p:sp>
            <p:nvSpPr>
              <p:cNvPr id="204" name="Google Shape;204;p9"/>
              <p:cNvSpPr/>
              <p:nvPr/>
            </p:nvSpPr>
            <p:spPr>
              <a:xfrm>
                <a:off x="3827250" y="517275"/>
                <a:ext cx="88425" cy="3974750"/>
              </a:xfrm>
              <a:custGeom>
                <a:avLst/>
                <a:gdLst/>
                <a:ahLst/>
                <a:cxnLst/>
                <a:rect l="l" t="t" r="r" b="b"/>
                <a:pathLst>
                  <a:path w="3537" h="158990" extrusionOk="0">
                    <a:moveTo>
                      <a:pt x="1768" y="1"/>
                    </a:moveTo>
                    <a:cubicBezTo>
                      <a:pt x="791" y="1"/>
                      <a:pt x="0" y="792"/>
                      <a:pt x="0" y="1769"/>
                    </a:cubicBezTo>
                    <a:lnTo>
                      <a:pt x="0" y="157222"/>
                    </a:lnTo>
                    <a:cubicBezTo>
                      <a:pt x="0" y="158199"/>
                      <a:pt x="791" y="158990"/>
                      <a:pt x="1768" y="158990"/>
                    </a:cubicBezTo>
                    <a:cubicBezTo>
                      <a:pt x="2745" y="158990"/>
                      <a:pt x="3536" y="158199"/>
                      <a:pt x="3536" y="157222"/>
                    </a:cubicBezTo>
                    <a:lnTo>
                      <a:pt x="3536" y="1769"/>
                    </a:lnTo>
                    <a:cubicBezTo>
                      <a:pt x="3536" y="792"/>
                      <a:pt x="2745" y="1"/>
                      <a:pt x="176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" name="Google Shape;205;p9"/>
              <p:cNvSpPr/>
              <p:nvPr/>
            </p:nvSpPr>
            <p:spPr>
              <a:xfrm>
                <a:off x="3703950" y="4283000"/>
                <a:ext cx="335025" cy="1225675"/>
              </a:xfrm>
              <a:custGeom>
                <a:avLst/>
                <a:gdLst/>
                <a:ahLst/>
                <a:cxnLst/>
                <a:rect l="l" t="t" r="r" b="b"/>
                <a:pathLst>
                  <a:path w="13401" h="49027" extrusionOk="0">
                    <a:moveTo>
                      <a:pt x="2637" y="1"/>
                    </a:moveTo>
                    <a:cubicBezTo>
                      <a:pt x="1179" y="1"/>
                      <a:pt x="0" y="1180"/>
                      <a:pt x="0" y="2638"/>
                    </a:cubicBezTo>
                    <a:lnTo>
                      <a:pt x="0" y="46375"/>
                    </a:lnTo>
                    <a:cubicBezTo>
                      <a:pt x="0" y="47833"/>
                      <a:pt x="1179" y="49027"/>
                      <a:pt x="2637" y="49027"/>
                    </a:cubicBezTo>
                    <a:lnTo>
                      <a:pt x="10764" y="49027"/>
                    </a:lnTo>
                    <a:cubicBezTo>
                      <a:pt x="12222" y="49027"/>
                      <a:pt x="13400" y="47833"/>
                      <a:pt x="13400" y="46375"/>
                    </a:cubicBezTo>
                    <a:lnTo>
                      <a:pt x="13400" y="2638"/>
                    </a:lnTo>
                    <a:cubicBezTo>
                      <a:pt x="13400" y="1180"/>
                      <a:pt x="12222" y="1"/>
                      <a:pt x="1076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" name="Google Shape;206;p9"/>
              <p:cNvSpPr/>
              <p:nvPr/>
            </p:nvSpPr>
            <p:spPr>
              <a:xfrm>
                <a:off x="3265400" y="813900"/>
                <a:ext cx="1212100" cy="76425"/>
              </a:xfrm>
              <a:custGeom>
                <a:avLst/>
                <a:gdLst/>
                <a:ahLst/>
                <a:cxnLst/>
                <a:rect l="l" t="t" r="r" b="b"/>
                <a:pathLst>
                  <a:path w="48484" h="3057" extrusionOk="0">
                    <a:moveTo>
                      <a:pt x="993" y="1"/>
                    </a:moveTo>
                    <a:cubicBezTo>
                      <a:pt x="435" y="1"/>
                      <a:pt x="1" y="451"/>
                      <a:pt x="1" y="993"/>
                    </a:cubicBezTo>
                    <a:lnTo>
                      <a:pt x="1" y="2048"/>
                    </a:lnTo>
                    <a:cubicBezTo>
                      <a:pt x="1" y="2606"/>
                      <a:pt x="435" y="3056"/>
                      <a:pt x="993" y="3056"/>
                    </a:cubicBezTo>
                    <a:lnTo>
                      <a:pt x="47491" y="3056"/>
                    </a:lnTo>
                    <a:cubicBezTo>
                      <a:pt x="48049" y="3056"/>
                      <a:pt x="48484" y="2606"/>
                      <a:pt x="48484" y="2048"/>
                    </a:cubicBezTo>
                    <a:lnTo>
                      <a:pt x="48484" y="993"/>
                    </a:lnTo>
                    <a:cubicBezTo>
                      <a:pt x="48484" y="451"/>
                      <a:pt x="48049" y="1"/>
                      <a:pt x="47491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" name="Google Shape;207;p9"/>
              <p:cNvSpPr/>
              <p:nvPr/>
            </p:nvSpPr>
            <p:spPr>
              <a:xfrm>
                <a:off x="3394900" y="755350"/>
                <a:ext cx="19425" cy="63225"/>
              </a:xfrm>
              <a:custGeom>
                <a:avLst/>
                <a:gdLst/>
                <a:ahLst/>
                <a:cxnLst/>
                <a:rect l="l" t="t" r="r" b="b"/>
                <a:pathLst>
                  <a:path w="777" h="2529" extrusionOk="0">
                    <a:moveTo>
                      <a:pt x="1" y="1"/>
                    </a:moveTo>
                    <a:lnTo>
                      <a:pt x="1" y="2529"/>
                    </a:lnTo>
                    <a:lnTo>
                      <a:pt x="776" y="2529"/>
                    </a:lnTo>
                    <a:lnTo>
                      <a:pt x="776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" name="Google Shape;208;p9"/>
              <p:cNvSpPr/>
              <p:nvPr/>
            </p:nvSpPr>
            <p:spPr>
              <a:xfrm>
                <a:off x="3593425" y="755350"/>
                <a:ext cx="19025" cy="63225"/>
              </a:xfrm>
              <a:custGeom>
                <a:avLst/>
                <a:gdLst/>
                <a:ahLst/>
                <a:cxnLst/>
                <a:rect l="l" t="t" r="r" b="b"/>
                <a:pathLst>
                  <a:path w="761" h="2529" extrusionOk="0">
                    <a:moveTo>
                      <a:pt x="1" y="1"/>
                    </a:moveTo>
                    <a:lnTo>
                      <a:pt x="1" y="2529"/>
                    </a:lnTo>
                    <a:lnTo>
                      <a:pt x="761" y="2529"/>
                    </a:lnTo>
                    <a:lnTo>
                      <a:pt x="761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" name="Google Shape;209;p9"/>
              <p:cNvSpPr/>
              <p:nvPr/>
            </p:nvSpPr>
            <p:spPr>
              <a:xfrm>
                <a:off x="4130450" y="755350"/>
                <a:ext cx="19025" cy="63225"/>
              </a:xfrm>
              <a:custGeom>
                <a:avLst/>
                <a:gdLst/>
                <a:ahLst/>
                <a:cxnLst/>
                <a:rect l="l" t="t" r="r" b="b"/>
                <a:pathLst>
                  <a:path w="761" h="2529" extrusionOk="0">
                    <a:moveTo>
                      <a:pt x="1" y="1"/>
                    </a:moveTo>
                    <a:lnTo>
                      <a:pt x="1" y="2529"/>
                    </a:lnTo>
                    <a:lnTo>
                      <a:pt x="761" y="2529"/>
                    </a:lnTo>
                    <a:lnTo>
                      <a:pt x="761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" name="Google Shape;210;p9"/>
              <p:cNvSpPr/>
              <p:nvPr/>
            </p:nvSpPr>
            <p:spPr>
              <a:xfrm>
                <a:off x="4328600" y="755350"/>
                <a:ext cx="19400" cy="63225"/>
              </a:xfrm>
              <a:custGeom>
                <a:avLst/>
                <a:gdLst/>
                <a:ahLst/>
                <a:cxnLst/>
                <a:rect l="l" t="t" r="r" b="b"/>
                <a:pathLst>
                  <a:path w="776" h="2529" extrusionOk="0">
                    <a:moveTo>
                      <a:pt x="0" y="1"/>
                    </a:moveTo>
                    <a:lnTo>
                      <a:pt x="0" y="2529"/>
                    </a:lnTo>
                    <a:lnTo>
                      <a:pt x="776" y="2529"/>
                    </a:lnTo>
                    <a:lnTo>
                      <a:pt x="776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" name="Google Shape;211;p9"/>
              <p:cNvSpPr/>
              <p:nvPr/>
            </p:nvSpPr>
            <p:spPr>
              <a:xfrm>
                <a:off x="4296800" y="725125"/>
                <a:ext cx="83000" cy="41500"/>
              </a:xfrm>
              <a:custGeom>
                <a:avLst/>
                <a:gdLst/>
                <a:ahLst/>
                <a:cxnLst/>
                <a:rect l="l" t="t" r="r" b="b"/>
                <a:pathLst>
                  <a:path w="3320" h="1660" extrusionOk="0">
                    <a:moveTo>
                      <a:pt x="1660" y="0"/>
                    </a:moveTo>
                    <a:cubicBezTo>
                      <a:pt x="745" y="0"/>
                      <a:pt x="0" y="744"/>
                      <a:pt x="0" y="1660"/>
                    </a:cubicBezTo>
                    <a:lnTo>
                      <a:pt x="3319" y="1660"/>
                    </a:lnTo>
                    <a:cubicBezTo>
                      <a:pt x="3319" y="744"/>
                      <a:pt x="2575" y="0"/>
                      <a:pt x="166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" name="Google Shape;212;p9"/>
              <p:cNvSpPr/>
              <p:nvPr/>
            </p:nvSpPr>
            <p:spPr>
              <a:xfrm>
                <a:off x="4098650" y="725125"/>
                <a:ext cx="83000" cy="41500"/>
              </a:xfrm>
              <a:custGeom>
                <a:avLst/>
                <a:gdLst/>
                <a:ahLst/>
                <a:cxnLst/>
                <a:rect l="l" t="t" r="r" b="b"/>
                <a:pathLst>
                  <a:path w="3320" h="1660" extrusionOk="0">
                    <a:moveTo>
                      <a:pt x="1660" y="0"/>
                    </a:moveTo>
                    <a:cubicBezTo>
                      <a:pt x="745" y="0"/>
                      <a:pt x="1" y="744"/>
                      <a:pt x="1" y="1660"/>
                    </a:cubicBezTo>
                    <a:lnTo>
                      <a:pt x="3320" y="1660"/>
                    </a:lnTo>
                    <a:cubicBezTo>
                      <a:pt x="3320" y="744"/>
                      <a:pt x="2575" y="0"/>
                      <a:pt x="166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" name="Google Shape;213;p9"/>
              <p:cNvSpPr/>
              <p:nvPr/>
            </p:nvSpPr>
            <p:spPr>
              <a:xfrm>
                <a:off x="3561250" y="725125"/>
                <a:ext cx="83400" cy="41500"/>
              </a:xfrm>
              <a:custGeom>
                <a:avLst/>
                <a:gdLst/>
                <a:ahLst/>
                <a:cxnLst/>
                <a:rect l="l" t="t" r="r" b="b"/>
                <a:pathLst>
                  <a:path w="3336" h="1660" extrusionOk="0">
                    <a:moveTo>
                      <a:pt x="1660" y="0"/>
                    </a:moveTo>
                    <a:cubicBezTo>
                      <a:pt x="745" y="0"/>
                      <a:pt x="1" y="744"/>
                      <a:pt x="1" y="1660"/>
                    </a:cubicBezTo>
                    <a:lnTo>
                      <a:pt x="3335" y="1660"/>
                    </a:lnTo>
                    <a:cubicBezTo>
                      <a:pt x="3335" y="744"/>
                      <a:pt x="2591" y="0"/>
                      <a:pt x="166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" name="Google Shape;214;p9"/>
              <p:cNvSpPr/>
              <p:nvPr/>
            </p:nvSpPr>
            <p:spPr>
              <a:xfrm>
                <a:off x="3363125" y="725125"/>
                <a:ext cx="83000" cy="41500"/>
              </a:xfrm>
              <a:custGeom>
                <a:avLst/>
                <a:gdLst/>
                <a:ahLst/>
                <a:cxnLst/>
                <a:rect l="l" t="t" r="r" b="b"/>
                <a:pathLst>
                  <a:path w="3320" h="1660" extrusionOk="0">
                    <a:moveTo>
                      <a:pt x="1660" y="0"/>
                    </a:moveTo>
                    <a:cubicBezTo>
                      <a:pt x="745" y="0"/>
                      <a:pt x="0" y="744"/>
                      <a:pt x="0" y="1660"/>
                    </a:cubicBezTo>
                    <a:lnTo>
                      <a:pt x="3319" y="1660"/>
                    </a:lnTo>
                    <a:cubicBezTo>
                      <a:pt x="3319" y="744"/>
                      <a:pt x="2575" y="0"/>
                      <a:pt x="166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15" name="Google Shape;215;p9"/>
            <p:cNvSpPr/>
            <p:nvPr/>
          </p:nvSpPr>
          <p:spPr>
            <a:xfrm>
              <a:off x="147650" y="3000375"/>
              <a:ext cx="476254" cy="552439"/>
            </a:xfrm>
            <a:custGeom>
              <a:avLst/>
              <a:gdLst/>
              <a:ahLst/>
              <a:cxnLst/>
              <a:rect l="l" t="t" r="r" b="b"/>
              <a:pathLst>
                <a:path w="19431" h="23241" extrusionOk="0">
                  <a:moveTo>
                    <a:pt x="0" y="0"/>
                  </a:moveTo>
                  <a:cubicBezTo>
                    <a:pt x="628" y="10078"/>
                    <a:pt x="10601" y="18342"/>
                    <a:pt x="19431" y="23241"/>
                  </a:cubicBez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16" name="Google Shape;216;p9"/>
            <p:cNvSpPr/>
            <p:nvPr/>
          </p:nvSpPr>
          <p:spPr>
            <a:xfrm>
              <a:off x="254800" y="3036100"/>
              <a:ext cx="476250" cy="516725"/>
            </a:xfrm>
            <a:custGeom>
              <a:avLst/>
              <a:gdLst/>
              <a:ahLst/>
              <a:cxnLst/>
              <a:rect l="l" t="t" r="r" b="b"/>
              <a:pathLst>
                <a:path w="19050" h="20669" extrusionOk="0">
                  <a:moveTo>
                    <a:pt x="0" y="0"/>
                  </a:moveTo>
                  <a:cubicBezTo>
                    <a:pt x="4483" y="8228"/>
                    <a:pt x="10914" y="16022"/>
                    <a:pt x="19050" y="20669"/>
                  </a:cubicBez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17" name="Google Shape;217;p9"/>
            <p:cNvSpPr/>
            <p:nvPr/>
          </p:nvSpPr>
          <p:spPr>
            <a:xfrm>
              <a:off x="533400" y="3032525"/>
              <a:ext cx="469100" cy="523875"/>
            </a:xfrm>
            <a:custGeom>
              <a:avLst/>
              <a:gdLst/>
              <a:ahLst/>
              <a:cxnLst/>
              <a:rect l="l" t="t" r="r" b="b"/>
              <a:pathLst>
                <a:path w="18764" h="20955" extrusionOk="0">
                  <a:moveTo>
                    <a:pt x="0" y="0"/>
                  </a:moveTo>
                  <a:cubicBezTo>
                    <a:pt x="2280" y="9095"/>
                    <a:pt x="11136" y="15503"/>
                    <a:pt x="18764" y="20955"/>
                  </a:cubicBez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18" name="Google Shape;218;p9"/>
            <p:cNvSpPr/>
            <p:nvPr/>
          </p:nvSpPr>
          <p:spPr>
            <a:xfrm>
              <a:off x="642950" y="3038475"/>
              <a:ext cx="471475" cy="514350"/>
            </a:xfrm>
            <a:custGeom>
              <a:avLst/>
              <a:gdLst/>
              <a:ahLst/>
              <a:cxnLst/>
              <a:rect l="l" t="t" r="r" b="b"/>
              <a:pathLst>
                <a:path w="18859" h="20574" extrusionOk="0">
                  <a:moveTo>
                    <a:pt x="0" y="0"/>
                  </a:moveTo>
                  <a:cubicBezTo>
                    <a:pt x="2087" y="9066"/>
                    <a:pt x="10149" y="17305"/>
                    <a:pt x="18859" y="20574"/>
                  </a:cubicBez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grpSp>
        <p:nvGrpSpPr>
          <p:cNvPr id="219" name="Google Shape;219;p9"/>
          <p:cNvGrpSpPr/>
          <p:nvPr/>
        </p:nvGrpSpPr>
        <p:grpSpPr>
          <a:xfrm flipH="1">
            <a:off x="7419078" y="1526683"/>
            <a:ext cx="1586643" cy="4544090"/>
            <a:chOff x="74089" y="2876575"/>
            <a:chExt cx="1115390" cy="3194439"/>
          </a:xfrm>
        </p:grpSpPr>
        <p:grpSp>
          <p:nvGrpSpPr>
            <p:cNvPr id="220" name="Google Shape;220;p9"/>
            <p:cNvGrpSpPr/>
            <p:nvPr/>
          </p:nvGrpSpPr>
          <p:grpSpPr>
            <a:xfrm>
              <a:off x="74089" y="2876575"/>
              <a:ext cx="639140" cy="2632464"/>
              <a:chOff x="3265400" y="517275"/>
              <a:chExt cx="1212100" cy="4991400"/>
            </a:xfrm>
          </p:grpSpPr>
          <p:sp>
            <p:nvSpPr>
              <p:cNvPr id="221" name="Google Shape;221;p9"/>
              <p:cNvSpPr/>
              <p:nvPr/>
            </p:nvSpPr>
            <p:spPr>
              <a:xfrm>
                <a:off x="3827250" y="517275"/>
                <a:ext cx="88425" cy="3974750"/>
              </a:xfrm>
              <a:custGeom>
                <a:avLst/>
                <a:gdLst/>
                <a:ahLst/>
                <a:cxnLst/>
                <a:rect l="l" t="t" r="r" b="b"/>
                <a:pathLst>
                  <a:path w="3537" h="158990" extrusionOk="0">
                    <a:moveTo>
                      <a:pt x="1768" y="1"/>
                    </a:moveTo>
                    <a:cubicBezTo>
                      <a:pt x="791" y="1"/>
                      <a:pt x="0" y="792"/>
                      <a:pt x="0" y="1769"/>
                    </a:cubicBezTo>
                    <a:lnTo>
                      <a:pt x="0" y="157222"/>
                    </a:lnTo>
                    <a:cubicBezTo>
                      <a:pt x="0" y="158199"/>
                      <a:pt x="791" y="158990"/>
                      <a:pt x="1768" y="158990"/>
                    </a:cubicBezTo>
                    <a:cubicBezTo>
                      <a:pt x="2745" y="158990"/>
                      <a:pt x="3536" y="158199"/>
                      <a:pt x="3536" y="157222"/>
                    </a:cubicBezTo>
                    <a:lnTo>
                      <a:pt x="3536" y="1769"/>
                    </a:lnTo>
                    <a:cubicBezTo>
                      <a:pt x="3536" y="792"/>
                      <a:pt x="2745" y="1"/>
                      <a:pt x="176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" name="Google Shape;222;p9"/>
              <p:cNvSpPr/>
              <p:nvPr/>
            </p:nvSpPr>
            <p:spPr>
              <a:xfrm>
                <a:off x="3703950" y="4283000"/>
                <a:ext cx="335025" cy="1225675"/>
              </a:xfrm>
              <a:custGeom>
                <a:avLst/>
                <a:gdLst/>
                <a:ahLst/>
                <a:cxnLst/>
                <a:rect l="l" t="t" r="r" b="b"/>
                <a:pathLst>
                  <a:path w="13401" h="49027" extrusionOk="0">
                    <a:moveTo>
                      <a:pt x="2637" y="1"/>
                    </a:moveTo>
                    <a:cubicBezTo>
                      <a:pt x="1179" y="1"/>
                      <a:pt x="0" y="1180"/>
                      <a:pt x="0" y="2638"/>
                    </a:cubicBezTo>
                    <a:lnTo>
                      <a:pt x="0" y="46375"/>
                    </a:lnTo>
                    <a:cubicBezTo>
                      <a:pt x="0" y="47833"/>
                      <a:pt x="1179" y="49027"/>
                      <a:pt x="2637" y="49027"/>
                    </a:cubicBezTo>
                    <a:lnTo>
                      <a:pt x="10764" y="49027"/>
                    </a:lnTo>
                    <a:cubicBezTo>
                      <a:pt x="12222" y="49027"/>
                      <a:pt x="13400" y="47833"/>
                      <a:pt x="13400" y="46375"/>
                    </a:cubicBezTo>
                    <a:lnTo>
                      <a:pt x="13400" y="2638"/>
                    </a:lnTo>
                    <a:cubicBezTo>
                      <a:pt x="13400" y="1180"/>
                      <a:pt x="12222" y="1"/>
                      <a:pt x="1076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" name="Google Shape;223;p9"/>
              <p:cNvSpPr/>
              <p:nvPr/>
            </p:nvSpPr>
            <p:spPr>
              <a:xfrm>
                <a:off x="3265400" y="813900"/>
                <a:ext cx="1212100" cy="76425"/>
              </a:xfrm>
              <a:custGeom>
                <a:avLst/>
                <a:gdLst/>
                <a:ahLst/>
                <a:cxnLst/>
                <a:rect l="l" t="t" r="r" b="b"/>
                <a:pathLst>
                  <a:path w="48484" h="3057" extrusionOk="0">
                    <a:moveTo>
                      <a:pt x="993" y="1"/>
                    </a:moveTo>
                    <a:cubicBezTo>
                      <a:pt x="435" y="1"/>
                      <a:pt x="1" y="451"/>
                      <a:pt x="1" y="993"/>
                    </a:cubicBezTo>
                    <a:lnTo>
                      <a:pt x="1" y="2048"/>
                    </a:lnTo>
                    <a:cubicBezTo>
                      <a:pt x="1" y="2606"/>
                      <a:pt x="435" y="3056"/>
                      <a:pt x="993" y="3056"/>
                    </a:cubicBezTo>
                    <a:lnTo>
                      <a:pt x="47491" y="3056"/>
                    </a:lnTo>
                    <a:cubicBezTo>
                      <a:pt x="48049" y="3056"/>
                      <a:pt x="48484" y="2606"/>
                      <a:pt x="48484" y="2048"/>
                    </a:cubicBezTo>
                    <a:lnTo>
                      <a:pt x="48484" y="993"/>
                    </a:lnTo>
                    <a:cubicBezTo>
                      <a:pt x="48484" y="451"/>
                      <a:pt x="48049" y="1"/>
                      <a:pt x="47491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" name="Google Shape;224;p9"/>
              <p:cNvSpPr/>
              <p:nvPr/>
            </p:nvSpPr>
            <p:spPr>
              <a:xfrm>
                <a:off x="3394900" y="755350"/>
                <a:ext cx="19425" cy="63225"/>
              </a:xfrm>
              <a:custGeom>
                <a:avLst/>
                <a:gdLst/>
                <a:ahLst/>
                <a:cxnLst/>
                <a:rect l="l" t="t" r="r" b="b"/>
                <a:pathLst>
                  <a:path w="777" h="2529" extrusionOk="0">
                    <a:moveTo>
                      <a:pt x="1" y="1"/>
                    </a:moveTo>
                    <a:lnTo>
                      <a:pt x="1" y="2529"/>
                    </a:lnTo>
                    <a:lnTo>
                      <a:pt x="776" y="2529"/>
                    </a:lnTo>
                    <a:lnTo>
                      <a:pt x="776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" name="Google Shape;225;p9"/>
              <p:cNvSpPr/>
              <p:nvPr/>
            </p:nvSpPr>
            <p:spPr>
              <a:xfrm>
                <a:off x="3593425" y="755350"/>
                <a:ext cx="19025" cy="63225"/>
              </a:xfrm>
              <a:custGeom>
                <a:avLst/>
                <a:gdLst/>
                <a:ahLst/>
                <a:cxnLst/>
                <a:rect l="l" t="t" r="r" b="b"/>
                <a:pathLst>
                  <a:path w="761" h="2529" extrusionOk="0">
                    <a:moveTo>
                      <a:pt x="1" y="1"/>
                    </a:moveTo>
                    <a:lnTo>
                      <a:pt x="1" y="2529"/>
                    </a:lnTo>
                    <a:lnTo>
                      <a:pt x="761" y="2529"/>
                    </a:lnTo>
                    <a:lnTo>
                      <a:pt x="761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" name="Google Shape;226;p9"/>
              <p:cNvSpPr/>
              <p:nvPr/>
            </p:nvSpPr>
            <p:spPr>
              <a:xfrm>
                <a:off x="4130450" y="755350"/>
                <a:ext cx="19025" cy="63225"/>
              </a:xfrm>
              <a:custGeom>
                <a:avLst/>
                <a:gdLst/>
                <a:ahLst/>
                <a:cxnLst/>
                <a:rect l="l" t="t" r="r" b="b"/>
                <a:pathLst>
                  <a:path w="761" h="2529" extrusionOk="0">
                    <a:moveTo>
                      <a:pt x="1" y="1"/>
                    </a:moveTo>
                    <a:lnTo>
                      <a:pt x="1" y="2529"/>
                    </a:lnTo>
                    <a:lnTo>
                      <a:pt x="761" y="2529"/>
                    </a:lnTo>
                    <a:lnTo>
                      <a:pt x="761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" name="Google Shape;227;p9"/>
              <p:cNvSpPr/>
              <p:nvPr/>
            </p:nvSpPr>
            <p:spPr>
              <a:xfrm>
                <a:off x="4328600" y="755350"/>
                <a:ext cx="19400" cy="63225"/>
              </a:xfrm>
              <a:custGeom>
                <a:avLst/>
                <a:gdLst/>
                <a:ahLst/>
                <a:cxnLst/>
                <a:rect l="l" t="t" r="r" b="b"/>
                <a:pathLst>
                  <a:path w="776" h="2529" extrusionOk="0">
                    <a:moveTo>
                      <a:pt x="0" y="1"/>
                    </a:moveTo>
                    <a:lnTo>
                      <a:pt x="0" y="2529"/>
                    </a:lnTo>
                    <a:lnTo>
                      <a:pt x="776" y="2529"/>
                    </a:lnTo>
                    <a:lnTo>
                      <a:pt x="776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" name="Google Shape;228;p9"/>
              <p:cNvSpPr/>
              <p:nvPr/>
            </p:nvSpPr>
            <p:spPr>
              <a:xfrm>
                <a:off x="4296800" y="725125"/>
                <a:ext cx="83000" cy="41500"/>
              </a:xfrm>
              <a:custGeom>
                <a:avLst/>
                <a:gdLst/>
                <a:ahLst/>
                <a:cxnLst/>
                <a:rect l="l" t="t" r="r" b="b"/>
                <a:pathLst>
                  <a:path w="3320" h="1660" extrusionOk="0">
                    <a:moveTo>
                      <a:pt x="1660" y="0"/>
                    </a:moveTo>
                    <a:cubicBezTo>
                      <a:pt x="745" y="0"/>
                      <a:pt x="0" y="744"/>
                      <a:pt x="0" y="1660"/>
                    </a:cubicBezTo>
                    <a:lnTo>
                      <a:pt x="3319" y="1660"/>
                    </a:lnTo>
                    <a:cubicBezTo>
                      <a:pt x="3319" y="744"/>
                      <a:pt x="2575" y="0"/>
                      <a:pt x="166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" name="Google Shape;229;p9"/>
              <p:cNvSpPr/>
              <p:nvPr/>
            </p:nvSpPr>
            <p:spPr>
              <a:xfrm>
                <a:off x="4098650" y="725125"/>
                <a:ext cx="83000" cy="41500"/>
              </a:xfrm>
              <a:custGeom>
                <a:avLst/>
                <a:gdLst/>
                <a:ahLst/>
                <a:cxnLst/>
                <a:rect l="l" t="t" r="r" b="b"/>
                <a:pathLst>
                  <a:path w="3320" h="1660" extrusionOk="0">
                    <a:moveTo>
                      <a:pt x="1660" y="0"/>
                    </a:moveTo>
                    <a:cubicBezTo>
                      <a:pt x="745" y="0"/>
                      <a:pt x="1" y="744"/>
                      <a:pt x="1" y="1660"/>
                    </a:cubicBezTo>
                    <a:lnTo>
                      <a:pt x="3320" y="1660"/>
                    </a:lnTo>
                    <a:cubicBezTo>
                      <a:pt x="3320" y="744"/>
                      <a:pt x="2575" y="0"/>
                      <a:pt x="166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" name="Google Shape;230;p9"/>
              <p:cNvSpPr/>
              <p:nvPr/>
            </p:nvSpPr>
            <p:spPr>
              <a:xfrm>
                <a:off x="3561250" y="725125"/>
                <a:ext cx="83400" cy="41500"/>
              </a:xfrm>
              <a:custGeom>
                <a:avLst/>
                <a:gdLst/>
                <a:ahLst/>
                <a:cxnLst/>
                <a:rect l="l" t="t" r="r" b="b"/>
                <a:pathLst>
                  <a:path w="3336" h="1660" extrusionOk="0">
                    <a:moveTo>
                      <a:pt x="1660" y="0"/>
                    </a:moveTo>
                    <a:cubicBezTo>
                      <a:pt x="745" y="0"/>
                      <a:pt x="1" y="744"/>
                      <a:pt x="1" y="1660"/>
                    </a:cubicBezTo>
                    <a:lnTo>
                      <a:pt x="3335" y="1660"/>
                    </a:lnTo>
                    <a:cubicBezTo>
                      <a:pt x="3335" y="744"/>
                      <a:pt x="2591" y="0"/>
                      <a:pt x="166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" name="Google Shape;231;p9"/>
              <p:cNvSpPr/>
              <p:nvPr/>
            </p:nvSpPr>
            <p:spPr>
              <a:xfrm>
                <a:off x="3363125" y="725125"/>
                <a:ext cx="83000" cy="41500"/>
              </a:xfrm>
              <a:custGeom>
                <a:avLst/>
                <a:gdLst/>
                <a:ahLst/>
                <a:cxnLst/>
                <a:rect l="l" t="t" r="r" b="b"/>
                <a:pathLst>
                  <a:path w="3320" h="1660" extrusionOk="0">
                    <a:moveTo>
                      <a:pt x="1660" y="0"/>
                    </a:moveTo>
                    <a:cubicBezTo>
                      <a:pt x="745" y="0"/>
                      <a:pt x="0" y="744"/>
                      <a:pt x="0" y="1660"/>
                    </a:cubicBezTo>
                    <a:lnTo>
                      <a:pt x="3319" y="1660"/>
                    </a:lnTo>
                    <a:cubicBezTo>
                      <a:pt x="3319" y="744"/>
                      <a:pt x="2575" y="0"/>
                      <a:pt x="166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32" name="Google Shape;232;p9"/>
            <p:cNvGrpSpPr/>
            <p:nvPr/>
          </p:nvGrpSpPr>
          <p:grpSpPr>
            <a:xfrm>
              <a:off x="550339" y="3438550"/>
              <a:ext cx="639140" cy="2632464"/>
              <a:chOff x="3265400" y="517275"/>
              <a:chExt cx="1212100" cy="4991400"/>
            </a:xfrm>
          </p:grpSpPr>
          <p:sp>
            <p:nvSpPr>
              <p:cNvPr id="233" name="Google Shape;233;p9"/>
              <p:cNvSpPr/>
              <p:nvPr/>
            </p:nvSpPr>
            <p:spPr>
              <a:xfrm>
                <a:off x="3827250" y="517275"/>
                <a:ext cx="88425" cy="3974750"/>
              </a:xfrm>
              <a:custGeom>
                <a:avLst/>
                <a:gdLst/>
                <a:ahLst/>
                <a:cxnLst/>
                <a:rect l="l" t="t" r="r" b="b"/>
                <a:pathLst>
                  <a:path w="3537" h="158990" extrusionOk="0">
                    <a:moveTo>
                      <a:pt x="1768" y="1"/>
                    </a:moveTo>
                    <a:cubicBezTo>
                      <a:pt x="791" y="1"/>
                      <a:pt x="0" y="792"/>
                      <a:pt x="0" y="1769"/>
                    </a:cubicBezTo>
                    <a:lnTo>
                      <a:pt x="0" y="157222"/>
                    </a:lnTo>
                    <a:cubicBezTo>
                      <a:pt x="0" y="158199"/>
                      <a:pt x="791" y="158990"/>
                      <a:pt x="1768" y="158990"/>
                    </a:cubicBezTo>
                    <a:cubicBezTo>
                      <a:pt x="2745" y="158990"/>
                      <a:pt x="3536" y="158199"/>
                      <a:pt x="3536" y="157222"/>
                    </a:cubicBezTo>
                    <a:lnTo>
                      <a:pt x="3536" y="1769"/>
                    </a:lnTo>
                    <a:cubicBezTo>
                      <a:pt x="3536" y="792"/>
                      <a:pt x="2745" y="1"/>
                      <a:pt x="176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" name="Google Shape;234;p9"/>
              <p:cNvSpPr/>
              <p:nvPr/>
            </p:nvSpPr>
            <p:spPr>
              <a:xfrm>
                <a:off x="3703950" y="4283000"/>
                <a:ext cx="335025" cy="1225675"/>
              </a:xfrm>
              <a:custGeom>
                <a:avLst/>
                <a:gdLst/>
                <a:ahLst/>
                <a:cxnLst/>
                <a:rect l="l" t="t" r="r" b="b"/>
                <a:pathLst>
                  <a:path w="13401" h="49027" extrusionOk="0">
                    <a:moveTo>
                      <a:pt x="2637" y="1"/>
                    </a:moveTo>
                    <a:cubicBezTo>
                      <a:pt x="1179" y="1"/>
                      <a:pt x="0" y="1180"/>
                      <a:pt x="0" y="2638"/>
                    </a:cubicBezTo>
                    <a:lnTo>
                      <a:pt x="0" y="46375"/>
                    </a:lnTo>
                    <a:cubicBezTo>
                      <a:pt x="0" y="47833"/>
                      <a:pt x="1179" y="49027"/>
                      <a:pt x="2637" y="49027"/>
                    </a:cubicBezTo>
                    <a:lnTo>
                      <a:pt x="10764" y="49027"/>
                    </a:lnTo>
                    <a:cubicBezTo>
                      <a:pt x="12222" y="49027"/>
                      <a:pt x="13400" y="47833"/>
                      <a:pt x="13400" y="46375"/>
                    </a:cubicBezTo>
                    <a:lnTo>
                      <a:pt x="13400" y="2638"/>
                    </a:lnTo>
                    <a:cubicBezTo>
                      <a:pt x="13400" y="1180"/>
                      <a:pt x="12222" y="1"/>
                      <a:pt x="1076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" name="Google Shape;235;p9"/>
              <p:cNvSpPr/>
              <p:nvPr/>
            </p:nvSpPr>
            <p:spPr>
              <a:xfrm>
                <a:off x="3265400" y="813900"/>
                <a:ext cx="1212100" cy="76425"/>
              </a:xfrm>
              <a:custGeom>
                <a:avLst/>
                <a:gdLst/>
                <a:ahLst/>
                <a:cxnLst/>
                <a:rect l="l" t="t" r="r" b="b"/>
                <a:pathLst>
                  <a:path w="48484" h="3057" extrusionOk="0">
                    <a:moveTo>
                      <a:pt x="993" y="1"/>
                    </a:moveTo>
                    <a:cubicBezTo>
                      <a:pt x="435" y="1"/>
                      <a:pt x="1" y="451"/>
                      <a:pt x="1" y="993"/>
                    </a:cubicBezTo>
                    <a:lnTo>
                      <a:pt x="1" y="2048"/>
                    </a:lnTo>
                    <a:cubicBezTo>
                      <a:pt x="1" y="2606"/>
                      <a:pt x="435" y="3056"/>
                      <a:pt x="993" y="3056"/>
                    </a:cubicBezTo>
                    <a:lnTo>
                      <a:pt x="47491" y="3056"/>
                    </a:lnTo>
                    <a:cubicBezTo>
                      <a:pt x="48049" y="3056"/>
                      <a:pt x="48484" y="2606"/>
                      <a:pt x="48484" y="2048"/>
                    </a:cubicBezTo>
                    <a:lnTo>
                      <a:pt x="48484" y="993"/>
                    </a:lnTo>
                    <a:cubicBezTo>
                      <a:pt x="48484" y="451"/>
                      <a:pt x="48049" y="1"/>
                      <a:pt x="47491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" name="Google Shape;236;p9"/>
              <p:cNvSpPr/>
              <p:nvPr/>
            </p:nvSpPr>
            <p:spPr>
              <a:xfrm>
                <a:off x="3394900" y="755350"/>
                <a:ext cx="19425" cy="63225"/>
              </a:xfrm>
              <a:custGeom>
                <a:avLst/>
                <a:gdLst/>
                <a:ahLst/>
                <a:cxnLst/>
                <a:rect l="l" t="t" r="r" b="b"/>
                <a:pathLst>
                  <a:path w="777" h="2529" extrusionOk="0">
                    <a:moveTo>
                      <a:pt x="1" y="1"/>
                    </a:moveTo>
                    <a:lnTo>
                      <a:pt x="1" y="2529"/>
                    </a:lnTo>
                    <a:lnTo>
                      <a:pt x="776" y="2529"/>
                    </a:lnTo>
                    <a:lnTo>
                      <a:pt x="776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" name="Google Shape;237;p9"/>
              <p:cNvSpPr/>
              <p:nvPr/>
            </p:nvSpPr>
            <p:spPr>
              <a:xfrm>
                <a:off x="3593425" y="755350"/>
                <a:ext cx="19025" cy="63225"/>
              </a:xfrm>
              <a:custGeom>
                <a:avLst/>
                <a:gdLst/>
                <a:ahLst/>
                <a:cxnLst/>
                <a:rect l="l" t="t" r="r" b="b"/>
                <a:pathLst>
                  <a:path w="761" h="2529" extrusionOk="0">
                    <a:moveTo>
                      <a:pt x="1" y="1"/>
                    </a:moveTo>
                    <a:lnTo>
                      <a:pt x="1" y="2529"/>
                    </a:lnTo>
                    <a:lnTo>
                      <a:pt x="761" y="2529"/>
                    </a:lnTo>
                    <a:lnTo>
                      <a:pt x="761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" name="Google Shape;238;p9"/>
              <p:cNvSpPr/>
              <p:nvPr/>
            </p:nvSpPr>
            <p:spPr>
              <a:xfrm>
                <a:off x="4130450" y="755350"/>
                <a:ext cx="19025" cy="63225"/>
              </a:xfrm>
              <a:custGeom>
                <a:avLst/>
                <a:gdLst/>
                <a:ahLst/>
                <a:cxnLst/>
                <a:rect l="l" t="t" r="r" b="b"/>
                <a:pathLst>
                  <a:path w="761" h="2529" extrusionOk="0">
                    <a:moveTo>
                      <a:pt x="1" y="1"/>
                    </a:moveTo>
                    <a:lnTo>
                      <a:pt x="1" y="2529"/>
                    </a:lnTo>
                    <a:lnTo>
                      <a:pt x="761" y="2529"/>
                    </a:lnTo>
                    <a:lnTo>
                      <a:pt x="761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" name="Google Shape;239;p9"/>
              <p:cNvSpPr/>
              <p:nvPr/>
            </p:nvSpPr>
            <p:spPr>
              <a:xfrm>
                <a:off x="4328600" y="755350"/>
                <a:ext cx="19400" cy="63225"/>
              </a:xfrm>
              <a:custGeom>
                <a:avLst/>
                <a:gdLst/>
                <a:ahLst/>
                <a:cxnLst/>
                <a:rect l="l" t="t" r="r" b="b"/>
                <a:pathLst>
                  <a:path w="776" h="2529" extrusionOk="0">
                    <a:moveTo>
                      <a:pt x="0" y="1"/>
                    </a:moveTo>
                    <a:lnTo>
                      <a:pt x="0" y="2529"/>
                    </a:lnTo>
                    <a:lnTo>
                      <a:pt x="776" y="2529"/>
                    </a:lnTo>
                    <a:lnTo>
                      <a:pt x="776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" name="Google Shape;240;p9"/>
              <p:cNvSpPr/>
              <p:nvPr/>
            </p:nvSpPr>
            <p:spPr>
              <a:xfrm>
                <a:off x="4296800" y="725125"/>
                <a:ext cx="83000" cy="41500"/>
              </a:xfrm>
              <a:custGeom>
                <a:avLst/>
                <a:gdLst/>
                <a:ahLst/>
                <a:cxnLst/>
                <a:rect l="l" t="t" r="r" b="b"/>
                <a:pathLst>
                  <a:path w="3320" h="1660" extrusionOk="0">
                    <a:moveTo>
                      <a:pt x="1660" y="0"/>
                    </a:moveTo>
                    <a:cubicBezTo>
                      <a:pt x="745" y="0"/>
                      <a:pt x="0" y="744"/>
                      <a:pt x="0" y="1660"/>
                    </a:cubicBezTo>
                    <a:lnTo>
                      <a:pt x="3319" y="1660"/>
                    </a:lnTo>
                    <a:cubicBezTo>
                      <a:pt x="3319" y="744"/>
                      <a:pt x="2575" y="0"/>
                      <a:pt x="166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" name="Google Shape;241;p9"/>
              <p:cNvSpPr/>
              <p:nvPr/>
            </p:nvSpPr>
            <p:spPr>
              <a:xfrm>
                <a:off x="4098650" y="725125"/>
                <a:ext cx="83000" cy="41500"/>
              </a:xfrm>
              <a:custGeom>
                <a:avLst/>
                <a:gdLst/>
                <a:ahLst/>
                <a:cxnLst/>
                <a:rect l="l" t="t" r="r" b="b"/>
                <a:pathLst>
                  <a:path w="3320" h="1660" extrusionOk="0">
                    <a:moveTo>
                      <a:pt x="1660" y="0"/>
                    </a:moveTo>
                    <a:cubicBezTo>
                      <a:pt x="745" y="0"/>
                      <a:pt x="1" y="744"/>
                      <a:pt x="1" y="1660"/>
                    </a:cubicBezTo>
                    <a:lnTo>
                      <a:pt x="3320" y="1660"/>
                    </a:lnTo>
                    <a:cubicBezTo>
                      <a:pt x="3320" y="744"/>
                      <a:pt x="2575" y="0"/>
                      <a:pt x="166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" name="Google Shape;242;p9"/>
              <p:cNvSpPr/>
              <p:nvPr/>
            </p:nvSpPr>
            <p:spPr>
              <a:xfrm>
                <a:off x="3561250" y="725125"/>
                <a:ext cx="83400" cy="41500"/>
              </a:xfrm>
              <a:custGeom>
                <a:avLst/>
                <a:gdLst/>
                <a:ahLst/>
                <a:cxnLst/>
                <a:rect l="l" t="t" r="r" b="b"/>
                <a:pathLst>
                  <a:path w="3336" h="1660" extrusionOk="0">
                    <a:moveTo>
                      <a:pt x="1660" y="0"/>
                    </a:moveTo>
                    <a:cubicBezTo>
                      <a:pt x="745" y="0"/>
                      <a:pt x="1" y="744"/>
                      <a:pt x="1" y="1660"/>
                    </a:cubicBezTo>
                    <a:lnTo>
                      <a:pt x="3335" y="1660"/>
                    </a:lnTo>
                    <a:cubicBezTo>
                      <a:pt x="3335" y="744"/>
                      <a:pt x="2591" y="0"/>
                      <a:pt x="166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" name="Google Shape;243;p9"/>
              <p:cNvSpPr/>
              <p:nvPr/>
            </p:nvSpPr>
            <p:spPr>
              <a:xfrm>
                <a:off x="3363125" y="725125"/>
                <a:ext cx="83000" cy="41500"/>
              </a:xfrm>
              <a:custGeom>
                <a:avLst/>
                <a:gdLst/>
                <a:ahLst/>
                <a:cxnLst/>
                <a:rect l="l" t="t" r="r" b="b"/>
                <a:pathLst>
                  <a:path w="3320" h="1660" extrusionOk="0">
                    <a:moveTo>
                      <a:pt x="1660" y="0"/>
                    </a:moveTo>
                    <a:cubicBezTo>
                      <a:pt x="745" y="0"/>
                      <a:pt x="0" y="744"/>
                      <a:pt x="0" y="1660"/>
                    </a:cubicBezTo>
                    <a:lnTo>
                      <a:pt x="3319" y="1660"/>
                    </a:lnTo>
                    <a:cubicBezTo>
                      <a:pt x="3319" y="744"/>
                      <a:pt x="2575" y="0"/>
                      <a:pt x="166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44" name="Google Shape;244;p9"/>
            <p:cNvSpPr/>
            <p:nvPr/>
          </p:nvSpPr>
          <p:spPr>
            <a:xfrm>
              <a:off x="147650" y="3000375"/>
              <a:ext cx="476254" cy="552439"/>
            </a:xfrm>
            <a:custGeom>
              <a:avLst/>
              <a:gdLst/>
              <a:ahLst/>
              <a:cxnLst/>
              <a:rect l="l" t="t" r="r" b="b"/>
              <a:pathLst>
                <a:path w="19431" h="23241" extrusionOk="0">
                  <a:moveTo>
                    <a:pt x="0" y="0"/>
                  </a:moveTo>
                  <a:cubicBezTo>
                    <a:pt x="628" y="10078"/>
                    <a:pt x="10601" y="18342"/>
                    <a:pt x="19431" y="23241"/>
                  </a:cubicBez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45" name="Google Shape;245;p9"/>
            <p:cNvSpPr/>
            <p:nvPr/>
          </p:nvSpPr>
          <p:spPr>
            <a:xfrm>
              <a:off x="254800" y="3036100"/>
              <a:ext cx="476250" cy="516725"/>
            </a:xfrm>
            <a:custGeom>
              <a:avLst/>
              <a:gdLst/>
              <a:ahLst/>
              <a:cxnLst/>
              <a:rect l="l" t="t" r="r" b="b"/>
              <a:pathLst>
                <a:path w="19050" h="20669" extrusionOk="0">
                  <a:moveTo>
                    <a:pt x="0" y="0"/>
                  </a:moveTo>
                  <a:cubicBezTo>
                    <a:pt x="4483" y="8228"/>
                    <a:pt x="10914" y="16022"/>
                    <a:pt x="19050" y="20669"/>
                  </a:cubicBez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46" name="Google Shape;246;p9"/>
            <p:cNvSpPr/>
            <p:nvPr/>
          </p:nvSpPr>
          <p:spPr>
            <a:xfrm>
              <a:off x="533400" y="3032525"/>
              <a:ext cx="469100" cy="523875"/>
            </a:xfrm>
            <a:custGeom>
              <a:avLst/>
              <a:gdLst/>
              <a:ahLst/>
              <a:cxnLst/>
              <a:rect l="l" t="t" r="r" b="b"/>
              <a:pathLst>
                <a:path w="18764" h="20955" extrusionOk="0">
                  <a:moveTo>
                    <a:pt x="0" y="0"/>
                  </a:moveTo>
                  <a:cubicBezTo>
                    <a:pt x="2280" y="9095"/>
                    <a:pt x="11136" y="15503"/>
                    <a:pt x="18764" y="20955"/>
                  </a:cubicBez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47" name="Google Shape;247;p9"/>
            <p:cNvSpPr/>
            <p:nvPr/>
          </p:nvSpPr>
          <p:spPr>
            <a:xfrm>
              <a:off x="642950" y="3038475"/>
              <a:ext cx="471475" cy="514350"/>
            </a:xfrm>
            <a:custGeom>
              <a:avLst/>
              <a:gdLst/>
              <a:ahLst/>
              <a:cxnLst/>
              <a:rect l="l" t="t" r="r" b="b"/>
              <a:pathLst>
                <a:path w="18859" h="20574" extrusionOk="0">
                  <a:moveTo>
                    <a:pt x="0" y="0"/>
                  </a:moveTo>
                  <a:cubicBezTo>
                    <a:pt x="2087" y="9066"/>
                    <a:pt x="10149" y="17305"/>
                    <a:pt x="18859" y="20574"/>
                  </a:cubicBez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10"/>
          <p:cNvSpPr>
            <a:spLocks noGrp="1"/>
          </p:cNvSpPr>
          <p:nvPr>
            <p:ph type="pic" idx="2"/>
          </p:nvPr>
        </p:nvSpPr>
        <p:spPr>
          <a:xfrm>
            <a:off x="-7000" y="-7000"/>
            <a:ext cx="9150900" cy="5150400"/>
          </a:xfrm>
          <a:prstGeom prst="rect">
            <a:avLst/>
          </a:prstGeom>
          <a:noFill/>
          <a:ln>
            <a:noFill/>
          </a:ln>
        </p:spPr>
      </p:sp>
      <p:sp>
        <p:nvSpPr>
          <p:cNvPr id="250" name="Google Shape;250;p10"/>
          <p:cNvSpPr txBox="1">
            <a:spLocks noGrp="1"/>
          </p:cNvSpPr>
          <p:nvPr>
            <p:ph type="title"/>
          </p:nvPr>
        </p:nvSpPr>
        <p:spPr>
          <a:xfrm>
            <a:off x="720000" y="4014450"/>
            <a:ext cx="7704000" cy="5727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200"/>
              <a:buFont typeface="Goldman"/>
              <a:buNone/>
              <a:defRPr>
                <a:latin typeface="Goldman"/>
                <a:ea typeface="Goldman"/>
                <a:cs typeface="Goldman"/>
                <a:sym typeface="Goldman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200"/>
              <a:buFont typeface="Goldman"/>
              <a:buNone/>
              <a:defRPr>
                <a:latin typeface="Goldman"/>
                <a:ea typeface="Goldman"/>
                <a:cs typeface="Goldman"/>
                <a:sym typeface="Goldman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200"/>
              <a:buFont typeface="Goldman"/>
              <a:buNone/>
              <a:defRPr>
                <a:latin typeface="Goldman"/>
                <a:ea typeface="Goldman"/>
                <a:cs typeface="Goldman"/>
                <a:sym typeface="Goldman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200"/>
              <a:buFont typeface="Goldman"/>
              <a:buNone/>
              <a:defRPr>
                <a:latin typeface="Goldman"/>
                <a:ea typeface="Goldman"/>
                <a:cs typeface="Goldman"/>
                <a:sym typeface="Goldman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200"/>
              <a:buFont typeface="Goldman"/>
              <a:buNone/>
              <a:defRPr>
                <a:latin typeface="Goldman"/>
                <a:ea typeface="Goldman"/>
                <a:cs typeface="Goldman"/>
                <a:sym typeface="Goldman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200"/>
              <a:buFont typeface="Goldman"/>
              <a:buNone/>
              <a:defRPr>
                <a:latin typeface="Goldman"/>
                <a:ea typeface="Goldman"/>
                <a:cs typeface="Goldman"/>
                <a:sym typeface="Goldman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200"/>
              <a:buFont typeface="Goldman"/>
              <a:buNone/>
              <a:defRPr>
                <a:latin typeface="Goldman"/>
                <a:ea typeface="Goldman"/>
                <a:cs typeface="Goldman"/>
                <a:sym typeface="Goldman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200"/>
              <a:buFont typeface="Goldman"/>
              <a:buNone/>
              <a:defRPr>
                <a:latin typeface="Goldman"/>
                <a:ea typeface="Goldman"/>
                <a:cs typeface="Goldman"/>
                <a:sym typeface="Goldman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1"/>
          <p:cNvSpPr txBox="1">
            <a:spLocks noGrp="1"/>
          </p:cNvSpPr>
          <p:nvPr>
            <p:ph type="title" hasCustomPrompt="1"/>
          </p:nvPr>
        </p:nvSpPr>
        <p:spPr>
          <a:xfrm>
            <a:off x="2209800" y="1679500"/>
            <a:ext cx="6221100" cy="1287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5500"/>
              <a:buNone/>
              <a:defRPr sz="5500"/>
            </a:lvl1pPr>
            <a:lvl2pPr lvl="1" algn="ctr">
              <a:spcBef>
                <a:spcPts val="0"/>
              </a:spcBef>
              <a:spcAft>
                <a:spcPts val="0"/>
              </a:spcAft>
              <a:buSzPts val="5500"/>
              <a:buFont typeface="Goldman"/>
              <a:buNone/>
              <a:defRPr sz="5500">
                <a:latin typeface="Goldman"/>
                <a:ea typeface="Goldman"/>
                <a:cs typeface="Goldman"/>
                <a:sym typeface="Goldman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5500"/>
              <a:buFont typeface="Goldman"/>
              <a:buNone/>
              <a:defRPr sz="5500">
                <a:latin typeface="Goldman"/>
                <a:ea typeface="Goldman"/>
                <a:cs typeface="Goldman"/>
                <a:sym typeface="Goldman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5500"/>
              <a:buFont typeface="Goldman"/>
              <a:buNone/>
              <a:defRPr sz="5500">
                <a:latin typeface="Goldman"/>
                <a:ea typeface="Goldman"/>
                <a:cs typeface="Goldman"/>
                <a:sym typeface="Goldman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5500"/>
              <a:buFont typeface="Goldman"/>
              <a:buNone/>
              <a:defRPr sz="5500">
                <a:latin typeface="Goldman"/>
                <a:ea typeface="Goldman"/>
                <a:cs typeface="Goldman"/>
                <a:sym typeface="Goldman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5500"/>
              <a:buFont typeface="Goldman"/>
              <a:buNone/>
              <a:defRPr sz="5500">
                <a:latin typeface="Goldman"/>
                <a:ea typeface="Goldman"/>
                <a:cs typeface="Goldman"/>
                <a:sym typeface="Goldman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5500"/>
              <a:buFont typeface="Goldman"/>
              <a:buNone/>
              <a:defRPr sz="5500">
                <a:latin typeface="Goldman"/>
                <a:ea typeface="Goldman"/>
                <a:cs typeface="Goldman"/>
                <a:sym typeface="Goldman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5500"/>
              <a:buFont typeface="Goldman"/>
              <a:buNone/>
              <a:defRPr sz="5500">
                <a:latin typeface="Goldman"/>
                <a:ea typeface="Goldman"/>
                <a:cs typeface="Goldman"/>
                <a:sym typeface="Goldman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5500"/>
              <a:buFont typeface="Goldman"/>
              <a:buNone/>
              <a:defRPr sz="5500">
                <a:latin typeface="Goldman"/>
                <a:ea typeface="Goldman"/>
                <a:cs typeface="Goldman"/>
                <a:sym typeface="Goldman"/>
              </a:defRPr>
            </a:lvl9pPr>
          </a:lstStyle>
          <a:p>
            <a:r>
              <a:t>xx%</a:t>
            </a:r>
          </a:p>
        </p:txBody>
      </p:sp>
      <p:sp>
        <p:nvSpPr>
          <p:cNvPr id="253" name="Google Shape;253;p11"/>
          <p:cNvSpPr txBox="1">
            <a:spLocks noGrp="1"/>
          </p:cNvSpPr>
          <p:nvPr>
            <p:ph type="subTitle" idx="1"/>
          </p:nvPr>
        </p:nvSpPr>
        <p:spPr>
          <a:xfrm>
            <a:off x="2209800" y="2966900"/>
            <a:ext cx="6221100" cy="41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grpSp>
        <p:nvGrpSpPr>
          <p:cNvPr id="254" name="Google Shape;254;p11"/>
          <p:cNvGrpSpPr/>
          <p:nvPr/>
        </p:nvGrpSpPr>
        <p:grpSpPr>
          <a:xfrm flipH="1">
            <a:off x="8430775" y="298000"/>
            <a:ext cx="241500" cy="241500"/>
            <a:chOff x="-1752450" y="4362450"/>
            <a:chExt cx="241500" cy="241500"/>
          </a:xfrm>
        </p:grpSpPr>
        <p:sp>
          <p:nvSpPr>
            <p:cNvPr id="255" name="Google Shape;255;p11"/>
            <p:cNvSpPr/>
            <p:nvPr/>
          </p:nvSpPr>
          <p:spPr>
            <a:xfrm>
              <a:off x="-1752450" y="4362450"/>
              <a:ext cx="114300" cy="2415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" name="Google Shape;256;p11"/>
            <p:cNvSpPr/>
            <p:nvPr/>
          </p:nvSpPr>
          <p:spPr>
            <a:xfrm rot="5400000">
              <a:off x="-1688850" y="4298850"/>
              <a:ext cx="114300" cy="2415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57" name="Google Shape;257;p11"/>
          <p:cNvGrpSpPr/>
          <p:nvPr/>
        </p:nvGrpSpPr>
        <p:grpSpPr>
          <a:xfrm>
            <a:off x="4200525" y="4676775"/>
            <a:ext cx="742950" cy="76200"/>
            <a:chOff x="2647950" y="4676775"/>
            <a:chExt cx="742950" cy="76200"/>
          </a:xfrm>
        </p:grpSpPr>
        <p:sp>
          <p:nvSpPr>
            <p:cNvPr id="258" name="Google Shape;258;p11"/>
            <p:cNvSpPr/>
            <p:nvPr/>
          </p:nvSpPr>
          <p:spPr>
            <a:xfrm>
              <a:off x="2647950" y="4676775"/>
              <a:ext cx="76200" cy="762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" name="Google Shape;259;p11"/>
            <p:cNvSpPr/>
            <p:nvPr/>
          </p:nvSpPr>
          <p:spPr>
            <a:xfrm>
              <a:off x="2870200" y="4676775"/>
              <a:ext cx="76200" cy="762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" name="Google Shape;260;p11"/>
            <p:cNvSpPr/>
            <p:nvPr/>
          </p:nvSpPr>
          <p:spPr>
            <a:xfrm>
              <a:off x="3092450" y="4676775"/>
              <a:ext cx="76200" cy="762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" name="Google Shape;261;p11"/>
            <p:cNvSpPr/>
            <p:nvPr/>
          </p:nvSpPr>
          <p:spPr>
            <a:xfrm>
              <a:off x="3314700" y="4676775"/>
              <a:ext cx="76200" cy="762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62" name="Google Shape;262;p11"/>
          <p:cNvGrpSpPr/>
          <p:nvPr/>
        </p:nvGrpSpPr>
        <p:grpSpPr>
          <a:xfrm>
            <a:off x="467875" y="298000"/>
            <a:ext cx="241500" cy="241500"/>
            <a:chOff x="-1752450" y="4362450"/>
            <a:chExt cx="241500" cy="241500"/>
          </a:xfrm>
        </p:grpSpPr>
        <p:sp>
          <p:nvSpPr>
            <p:cNvPr id="263" name="Google Shape;263;p11"/>
            <p:cNvSpPr/>
            <p:nvPr/>
          </p:nvSpPr>
          <p:spPr>
            <a:xfrm>
              <a:off x="-1752450" y="4362450"/>
              <a:ext cx="114300" cy="2415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" name="Google Shape;264;p11"/>
            <p:cNvSpPr/>
            <p:nvPr/>
          </p:nvSpPr>
          <p:spPr>
            <a:xfrm rot="5400000">
              <a:off x="-1688850" y="4298850"/>
              <a:ext cx="114300" cy="2415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65" name="Google Shape;265;p11"/>
          <p:cNvGrpSpPr/>
          <p:nvPr/>
        </p:nvGrpSpPr>
        <p:grpSpPr>
          <a:xfrm>
            <a:off x="8323466" y="2390773"/>
            <a:ext cx="826734" cy="2752815"/>
            <a:chOff x="8323466" y="2390773"/>
            <a:chExt cx="826734" cy="2752815"/>
          </a:xfrm>
        </p:grpSpPr>
        <p:sp>
          <p:nvSpPr>
            <p:cNvPr id="266" name="Google Shape;266;p11"/>
            <p:cNvSpPr/>
            <p:nvPr/>
          </p:nvSpPr>
          <p:spPr>
            <a:xfrm flipH="1">
              <a:off x="8600450" y="2390773"/>
              <a:ext cx="393099" cy="2752815"/>
            </a:xfrm>
            <a:custGeom>
              <a:avLst/>
              <a:gdLst/>
              <a:ahLst/>
              <a:cxnLst/>
              <a:rect l="l" t="t" r="r" b="b"/>
              <a:pathLst>
                <a:path w="3722" h="26064" extrusionOk="0">
                  <a:moveTo>
                    <a:pt x="3572" y="1210"/>
                  </a:moveTo>
                  <a:lnTo>
                    <a:pt x="3572" y="605"/>
                  </a:lnTo>
                  <a:lnTo>
                    <a:pt x="3721" y="605"/>
                  </a:lnTo>
                  <a:lnTo>
                    <a:pt x="3721" y="406"/>
                  </a:lnTo>
                  <a:lnTo>
                    <a:pt x="2278" y="406"/>
                  </a:lnTo>
                  <a:lnTo>
                    <a:pt x="2278" y="0"/>
                  </a:lnTo>
                  <a:lnTo>
                    <a:pt x="1445" y="0"/>
                  </a:lnTo>
                  <a:lnTo>
                    <a:pt x="1445" y="406"/>
                  </a:lnTo>
                  <a:lnTo>
                    <a:pt x="0" y="406"/>
                  </a:lnTo>
                  <a:lnTo>
                    <a:pt x="0" y="605"/>
                  </a:lnTo>
                  <a:lnTo>
                    <a:pt x="150" y="605"/>
                  </a:lnTo>
                  <a:lnTo>
                    <a:pt x="150" y="1210"/>
                  </a:lnTo>
                  <a:lnTo>
                    <a:pt x="301" y="1210"/>
                  </a:lnTo>
                  <a:lnTo>
                    <a:pt x="860" y="1963"/>
                  </a:lnTo>
                  <a:lnTo>
                    <a:pt x="696" y="1963"/>
                  </a:lnTo>
                  <a:lnTo>
                    <a:pt x="696" y="2573"/>
                  </a:lnTo>
                  <a:lnTo>
                    <a:pt x="0" y="2573"/>
                  </a:lnTo>
                  <a:lnTo>
                    <a:pt x="0" y="2772"/>
                  </a:lnTo>
                  <a:lnTo>
                    <a:pt x="149" y="2772"/>
                  </a:lnTo>
                  <a:lnTo>
                    <a:pt x="149" y="3376"/>
                  </a:lnTo>
                  <a:lnTo>
                    <a:pt x="548" y="3376"/>
                  </a:lnTo>
                  <a:lnTo>
                    <a:pt x="548" y="2772"/>
                  </a:lnTo>
                  <a:lnTo>
                    <a:pt x="1445" y="2772"/>
                  </a:lnTo>
                  <a:lnTo>
                    <a:pt x="1445" y="6207"/>
                  </a:lnTo>
                  <a:lnTo>
                    <a:pt x="0" y="6207"/>
                  </a:lnTo>
                  <a:lnTo>
                    <a:pt x="0" y="6406"/>
                  </a:lnTo>
                  <a:lnTo>
                    <a:pt x="149" y="6406"/>
                  </a:lnTo>
                  <a:lnTo>
                    <a:pt x="149" y="7010"/>
                  </a:lnTo>
                  <a:lnTo>
                    <a:pt x="548" y="7010"/>
                  </a:lnTo>
                  <a:lnTo>
                    <a:pt x="548" y="6406"/>
                  </a:lnTo>
                  <a:lnTo>
                    <a:pt x="1445" y="6406"/>
                  </a:lnTo>
                  <a:lnTo>
                    <a:pt x="1445" y="26064"/>
                  </a:lnTo>
                  <a:lnTo>
                    <a:pt x="2277" y="26064"/>
                  </a:lnTo>
                  <a:lnTo>
                    <a:pt x="2277" y="6406"/>
                  </a:lnTo>
                  <a:lnTo>
                    <a:pt x="3174" y="6406"/>
                  </a:lnTo>
                  <a:lnTo>
                    <a:pt x="3174" y="7010"/>
                  </a:lnTo>
                  <a:lnTo>
                    <a:pt x="3572" y="7010"/>
                  </a:lnTo>
                  <a:lnTo>
                    <a:pt x="3572" y="6406"/>
                  </a:lnTo>
                  <a:lnTo>
                    <a:pt x="3721" y="6406"/>
                  </a:lnTo>
                  <a:lnTo>
                    <a:pt x="3721" y="6207"/>
                  </a:lnTo>
                  <a:lnTo>
                    <a:pt x="2277" y="6207"/>
                  </a:lnTo>
                  <a:lnTo>
                    <a:pt x="2277" y="2772"/>
                  </a:lnTo>
                  <a:lnTo>
                    <a:pt x="3174" y="2772"/>
                  </a:lnTo>
                  <a:lnTo>
                    <a:pt x="3174" y="3376"/>
                  </a:lnTo>
                  <a:lnTo>
                    <a:pt x="3572" y="3376"/>
                  </a:lnTo>
                  <a:lnTo>
                    <a:pt x="3572" y="2772"/>
                  </a:lnTo>
                  <a:lnTo>
                    <a:pt x="3721" y="2772"/>
                  </a:lnTo>
                  <a:lnTo>
                    <a:pt x="3721" y="2573"/>
                  </a:lnTo>
                  <a:lnTo>
                    <a:pt x="3026" y="2573"/>
                  </a:lnTo>
                  <a:lnTo>
                    <a:pt x="3026" y="1963"/>
                  </a:lnTo>
                  <a:lnTo>
                    <a:pt x="2863" y="1963"/>
                  </a:lnTo>
                  <a:lnTo>
                    <a:pt x="3420" y="1210"/>
                  </a:lnTo>
                  <a:lnTo>
                    <a:pt x="3572" y="1210"/>
                  </a:lnTo>
                  <a:close/>
                  <a:moveTo>
                    <a:pt x="1445" y="2573"/>
                  </a:moveTo>
                  <a:lnTo>
                    <a:pt x="1094" y="2573"/>
                  </a:lnTo>
                  <a:lnTo>
                    <a:pt x="1094" y="1963"/>
                  </a:lnTo>
                  <a:lnTo>
                    <a:pt x="964" y="1963"/>
                  </a:lnTo>
                  <a:lnTo>
                    <a:pt x="406" y="1209"/>
                  </a:lnTo>
                  <a:lnTo>
                    <a:pt x="549" y="1209"/>
                  </a:lnTo>
                  <a:lnTo>
                    <a:pt x="549" y="605"/>
                  </a:lnTo>
                  <a:lnTo>
                    <a:pt x="1445" y="605"/>
                  </a:lnTo>
                  <a:close/>
                  <a:moveTo>
                    <a:pt x="2759" y="1963"/>
                  </a:moveTo>
                  <a:lnTo>
                    <a:pt x="2628" y="1963"/>
                  </a:lnTo>
                  <a:lnTo>
                    <a:pt x="2628" y="2573"/>
                  </a:lnTo>
                  <a:lnTo>
                    <a:pt x="2278" y="2573"/>
                  </a:lnTo>
                  <a:lnTo>
                    <a:pt x="2278" y="605"/>
                  </a:lnTo>
                  <a:lnTo>
                    <a:pt x="3174" y="605"/>
                  </a:lnTo>
                  <a:lnTo>
                    <a:pt x="3174" y="1209"/>
                  </a:lnTo>
                  <a:lnTo>
                    <a:pt x="3317" y="1209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" name="Google Shape;267;p11"/>
            <p:cNvSpPr/>
            <p:nvPr/>
          </p:nvSpPr>
          <p:spPr>
            <a:xfrm>
              <a:off x="8323466" y="3124238"/>
              <a:ext cx="344325" cy="1285875"/>
            </a:xfrm>
            <a:custGeom>
              <a:avLst/>
              <a:gdLst/>
              <a:ahLst/>
              <a:cxnLst/>
              <a:rect l="l" t="t" r="r" b="b"/>
              <a:pathLst>
                <a:path w="13773" h="51435" extrusionOk="0">
                  <a:moveTo>
                    <a:pt x="12628" y="0"/>
                  </a:moveTo>
                  <a:cubicBezTo>
                    <a:pt x="13819" y="7145"/>
                    <a:pt x="14719" y="15059"/>
                    <a:pt x="11866" y="21717"/>
                  </a:cubicBezTo>
                  <a:cubicBezTo>
                    <a:pt x="7720" y="31391"/>
                    <a:pt x="-3509" y="42021"/>
                    <a:pt x="1198" y="51435"/>
                  </a:cubicBez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68" name="Google Shape;268;p11"/>
            <p:cNvSpPr/>
            <p:nvPr/>
          </p:nvSpPr>
          <p:spPr>
            <a:xfrm>
              <a:off x="8972550" y="2743200"/>
              <a:ext cx="177650" cy="1143000"/>
            </a:xfrm>
            <a:custGeom>
              <a:avLst/>
              <a:gdLst/>
              <a:ahLst/>
              <a:cxnLst/>
              <a:rect l="l" t="t" r="r" b="b"/>
              <a:pathLst>
                <a:path w="7106" h="45720" extrusionOk="0">
                  <a:moveTo>
                    <a:pt x="0" y="0"/>
                  </a:moveTo>
                  <a:cubicBezTo>
                    <a:pt x="4269" y="4269"/>
                    <a:pt x="7851" y="10809"/>
                    <a:pt x="6858" y="16764"/>
                  </a:cubicBezTo>
                  <a:cubicBezTo>
                    <a:pt x="5252" y="26403"/>
                    <a:pt x="-2084" y="36980"/>
                    <a:pt x="2286" y="45720"/>
                  </a:cubicBez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69" name="Google Shape;269;p11"/>
            <p:cNvSpPr/>
            <p:nvPr/>
          </p:nvSpPr>
          <p:spPr>
            <a:xfrm>
              <a:off x="8629650" y="2752725"/>
              <a:ext cx="62025" cy="819150"/>
            </a:xfrm>
            <a:custGeom>
              <a:avLst/>
              <a:gdLst/>
              <a:ahLst/>
              <a:cxnLst/>
              <a:rect l="l" t="t" r="r" b="b"/>
              <a:pathLst>
                <a:path w="2481" h="32766" extrusionOk="0">
                  <a:moveTo>
                    <a:pt x="762" y="0"/>
                  </a:moveTo>
                  <a:cubicBezTo>
                    <a:pt x="762" y="10925"/>
                    <a:pt x="4886" y="22994"/>
                    <a:pt x="0" y="32766"/>
                  </a:cubicBez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70" name="Google Shape;270;p11"/>
            <p:cNvSpPr/>
            <p:nvPr/>
          </p:nvSpPr>
          <p:spPr>
            <a:xfrm>
              <a:off x="8943975" y="3133725"/>
              <a:ext cx="150350" cy="1143000"/>
            </a:xfrm>
            <a:custGeom>
              <a:avLst/>
              <a:gdLst/>
              <a:ahLst/>
              <a:cxnLst/>
              <a:rect l="l" t="t" r="r" b="b"/>
              <a:pathLst>
                <a:path w="6014" h="45720" extrusionOk="0">
                  <a:moveTo>
                    <a:pt x="1524" y="0"/>
                  </a:moveTo>
                  <a:cubicBezTo>
                    <a:pt x="-446" y="7880"/>
                    <a:pt x="4566" y="15963"/>
                    <a:pt x="5715" y="24003"/>
                  </a:cubicBezTo>
                  <a:cubicBezTo>
                    <a:pt x="6774" y="31413"/>
                    <a:pt x="4152" y="39492"/>
                    <a:pt x="0" y="45720"/>
                  </a:cubicBez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1_1"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13"/>
          <p:cNvSpPr txBox="1">
            <a:spLocks noGrp="1"/>
          </p:cNvSpPr>
          <p:nvPr>
            <p:ph type="title"/>
          </p:nvPr>
        </p:nvSpPr>
        <p:spPr>
          <a:xfrm>
            <a:off x="3272250" y="536095"/>
            <a:ext cx="5151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274" name="Google Shape;274;p13"/>
          <p:cNvSpPr txBox="1">
            <a:spLocks noGrp="1"/>
          </p:cNvSpPr>
          <p:nvPr>
            <p:ph type="title" idx="2" hasCustomPrompt="1"/>
          </p:nvPr>
        </p:nvSpPr>
        <p:spPr>
          <a:xfrm>
            <a:off x="4034100" y="1352948"/>
            <a:ext cx="781800" cy="572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Goldman"/>
              <a:buNone/>
              <a:defRPr sz="3000">
                <a:latin typeface="Goldman"/>
                <a:ea typeface="Goldman"/>
                <a:cs typeface="Goldman"/>
                <a:sym typeface="Goldman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Goldman"/>
              <a:buNone/>
              <a:defRPr sz="3000">
                <a:latin typeface="Goldman"/>
                <a:ea typeface="Goldman"/>
                <a:cs typeface="Goldman"/>
                <a:sym typeface="Goldman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Goldman"/>
              <a:buNone/>
              <a:defRPr sz="3000">
                <a:latin typeface="Goldman"/>
                <a:ea typeface="Goldman"/>
                <a:cs typeface="Goldman"/>
                <a:sym typeface="Goldman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Goldman"/>
              <a:buNone/>
              <a:defRPr sz="3000">
                <a:latin typeface="Goldman"/>
                <a:ea typeface="Goldman"/>
                <a:cs typeface="Goldman"/>
                <a:sym typeface="Goldman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Goldman"/>
              <a:buNone/>
              <a:defRPr sz="3000">
                <a:latin typeface="Goldman"/>
                <a:ea typeface="Goldman"/>
                <a:cs typeface="Goldman"/>
                <a:sym typeface="Goldman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Goldman"/>
              <a:buNone/>
              <a:defRPr sz="3000">
                <a:latin typeface="Goldman"/>
                <a:ea typeface="Goldman"/>
                <a:cs typeface="Goldman"/>
                <a:sym typeface="Goldman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Goldman"/>
              <a:buNone/>
              <a:defRPr sz="3000">
                <a:latin typeface="Goldman"/>
                <a:ea typeface="Goldman"/>
                <a:cs typeface="Goldman"/>
                <a:sym typeface="Goldman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Goldman"/>
              <a:buNone/>
              <a:defRPr sz="3000">
                <a:latin typeface="Goldman"/>
                <a:ea typeface="Goldman"/>
                <a:cs typeface="Goldman"/>
                <a:sym typeface="Goldman"/>
              </a:defRPr>
            </a:lvl9pPr>
          </a:lstStyle>
          <a:p>
            <a:r>
              <a:t>xx%</a:t>
            </a:r>
          </a:p>
        </p:txBody>
      </p:sp>
      <p:sp>
        <p:nvSpPr>
          <p:cNvPr id="275" name="Google Shape;275;p13"/>
          <p:cNvSpPr txBox="1">
            <a:spLocks noGrp="1"/>
          </p:cNvSpPr>
          <p:nvPr>
            <p:ph type="title" idx="3" hasCustomPrompt="1"/>
          </p:nvPr>
        </p:nvSpPr>
        <p:spPr>
          <a:xfrm>
            <a:off x="6887125" y="1349648"/>
            <a:ext cx="781800" cy="576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Goldman"/>
              <a:buNone/>
              <a:defRPr sz="3000">
                <a:latin typeface="Goldman"/>
                <a:ea typeface="Goldman"/>
                <a:cs typeface="Goldman"/>
                <a:sym typeface="Goldman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Goldman"/>
              <a:buNone/>
              <a:defRPr sz="3000">
                <a:latin typeface="Goldman"/>
                <a:ea typeface="Goldman"/>
                <a:cs typeface="Goldman"/>
                <a:sym typeface="Goldman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Goldman"/>
              <a:buNone/>
              <a:defRPr sz="3000">
                <a:latin typeface="Goldman"/>
                <a:ea typeface="Goldman"/>
                <a:cs typeface="Goldman"/>
                <a:sym typeface="Goldman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Goldman"/>
              <a:buNone/>
              <a:defRPr sz="3000">
                <a:latin typeface="Goldman"/>
                <a:ea typeface="Goldman"/>
                <a:cs typeface="Goldman"/>
                <a:sym typeface="Goldman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Goldman"/>
              <a:buNone/>
              <a:defRPr sz="3000">
                <a:latin typeface="Goldman"/>
                <a:ea typeface="Goldman"/>
                <a:cs typeface="Goldman"/>
                <a:sym typeface="Goldman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Goldman"/>
              <a:buNone/>
              <a:defRPr sz="3000">
                <a:latin typeface="Goldman"/>
                <a:ea typeface="Goldman"/>
                <a:cs typeface="Goldman"/>
                <a:sym typeface="Goldman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Goldman"/>
              <a:buNone/>
              <a:defRPr sz="3000">
                <a:latin typeface="Goldman"/>
                <a:ea typeface="Goldman"/>
                <a:cs typeface="Goldman"/>
                <a:sym typeface="Goldman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Goldman"/>
              <a:buNone/>
              <a:defRPr sz="3000">
                <a:latin typeface="Goldman"/>
                <a:ea typeface="Goldman"/>
                <a:cs typeface="Goldman"/>
                <a:sym typeface="Goldman"/>
              </a:defRPr>
            </a:lvl9pPr>
          </a:lstStyle>
          <a:p>
            <a:r>
              <a:t>xx%</a:t>
            </a:r>
          </a:p>
        </p:txBody>
      </p:sp>
      <p:sp>
        <p:nvSpPr>
          <p:cNvPr id="276" name="Google Shape;276;p13"/>
          <p:cNvSpPr txBox="1">
            <a:spLocks noGrp="1"/>
          </p:cNvSpPr>
          <p:nvPr>
            <p:ph type="title" idx="4" hasCustomPrompt="1"/>
          </p:nvPr>
        </p:nvSpPr>
        <p:spPr>
          <a:xfrm>
            <a:off x="4034100" y="2465173"/>
            <a:ext cx="781800" cy="572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Goldman"/>
              <a:buNone/>
              <a:defRPr sz="3000">
                <a:latin typeface="Goldman"/>
                <a:ea typeface="Goldman"/>
                <a:cs typeface="Goldman"/>
                <a:sym typeface="Goldman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Goldman"/>
              <a:buNone/>
              <a:defRPr sz="3000">
                <a:latin typeface="Goldman"/>
                <a:ea typeface="Goldman"/>
                <a:cs typeface="Goldman"/>
                <a:sym typeface="Goldman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Goldman"/>
              <a:buNone/>
              <a:defRPr sz="3000">
                <a:latin typeface="Goldman"/>
                <a:ea typeface="Goldman"/>
                <a:cs typeface="Goldman"/>
                <a:sym typeface="Goldman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Goldman"/>
              <a:buNone/>
              <a:defRPr sz="3000">
                <a:latin typeface="Goldman"/>
                <a:ea typeface="Goldman"/>
                <a:cs typeface="Goldman"/>
                <a:sym typeface="Goldman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Goldman"/>
              <a:buNone/>
              <a:defRPr sz="3000">
                <a:latin typeface="Goldman"/>
                <a:ea typeface="Goldman"/>
                <a:cs typeface="Goldman"/>
                <a:sym typeface="Goldman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Goldman"/>
              <a:buNone/>
              <a:defRPr sz="3000">
                <a:latin typeface="Goldman"/>
                <a:ea typeface="Goldman"/>
                <a:cs typeface="Goldman"/>
                <a:sym typeface="Goldman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Goldman"/>
              <a:buNone/>
              <a:defRPr sz="3000">
                <a:latin typeface="Goldman"/>
                <a:ea typeface="Goldman"/>
                <a:cs typeface="Goldman"/>
                <a:sym typeface="Goldman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Goldman"/>
              <a:buNone/>
              <a:defRPr sz="3000">
                <a:latin typeface="Goldman"/>
                <a:ea typeface="Goldman"/>
                <a:cs typeface="Goldman"/>
                <a:sym typeface="Goldman"/>
              </a:defRPr>
            </a:lvl9pPr>
          </a:lstStyle>
          <a:p>
            <a:r>
              <a:t>xx%</a:t>
            </a:r>
          </a:p>
        </p:txBody>
      </p:sp>
      <p:sp>
        <p:nvSpPr>
          <p:cNvPr id="277" name="Google Shape;277;p13"/>
          <p:cNvSpPr txBox="1">
            <a:spLocks noGrp="1"/>
          </p:cNvSpPr>
          <p:nvPr>
            <p:ph type="title" idx="5" hasCustomPrompt="1"/>
          </p:nvPr>
        </p:nvSpPr>
        <p:spPr>
          <a:xfrm>
            <a:off x="6887125" y="2461873"/>
            <a:ext cx="781800" cy="576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Goldman"/>
              <a:buNone/>
              <a:defRPr sz="3000">
                <a:latin typeface="Goldman"/>
                <a:ea typeface="Goldman"/>
                <a:cs typeface="Goldman"/>
                <a:sym typeface="Goldman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Goldman"/>
              <a:buNone/>
              <a:defRPr sz="3000">
                <a:latin typeface="Goldman"/>
                <a:ea typeface="Goldman"/>
                <a:cs typeface="Goldman"/>
                <a:sym typeface="Goldman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Goldman"/>
              <a:buNone/>
              <a:defRPr sz="3000">
                <a:latin typeface="Goldman"/>
                <a:ea typeface="Goldman"/>
                <a:cs typeface="Goldman"/>
                <a:sym typeface="Goldman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Goldman"/>
              <a:buNone/>
              <a:defRPr sz="3000">
                <a:latin typeface="Goldman"/>
                <a:ea typeface="Goldman"/>
                <a:cs typeface="Goldman"/>
                <a:sym typeface="Goldman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Goldman"/>
              <a:buNone/>
              <a:defRPr sz="3000">
                <a:latin typeface="Goldman"/>
                <a:ea typeface="Goldman"/>
                <a:cs typeface="Goldman"/>
                <a:sym typeface="Goldman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Goldman"/>
              <a:buNone/>
              <a:defRPr sz="3000">
                <a:latin typeface="Goldman"/>
                <a:ea typeface="Goldman"/>
                <a:cs typeface="Goldman"/>
                <a:sym typeface="Goldman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Goldman"/>
              <a:buNone/>
              <a:defRPr sz="3000">
                <a:latin typeface="Goldman"/>
                <a:ea typeface="Goldman"/>
                <a:cs typeface="Goldman"/>
                <a:sym typeface="Goldman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Goldman"/>
              <a:buNone/>
              <a:defRPr sz="3000">
                <a:latin typeface="Goldman"/>
                <a:ea typeface="Goldman"/>
                <a:cs typeface="Goldman"/>
                <a:sym typeface="Goldman"/>
              </a:defRPr>
            </a:lvl9pPr>
          </a:lstStyle>
          <a:p>
            <a:r>
              <a:t>xx%</a:t>
            </a:r>
          </a:p>
        </p:txBody>
      </p:sp>
      <p:sp>
        <p:nvSpPr>
          <p:cNvPr id="278" name="Google Shape;278;p13"/>
          <p:cNvSpPr txBox="1">
            <a:spLocks noGrp="1"/>
          </p:cNvSpPr>
          <p:nvPr>
            <p:ph type="title" idx="6" hasCustomPrompt="1"/>
          </p:nvPr>
        </p:nvSpPr>
        <p:spPr>
          <a:xfrm>
            <a:off x="4034100" y="3577398"/>
            <a:ext cx="781800" cy="572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Goldman"/>
              <a:buNone/>
              <a:defRPr sz="3000">
                <a:latin typeface="Goldman"/>
                <a:ea typeface="Goldman"/>
                <a:cs typeface="Goldman"/>
                <a:sym typeface="Goldman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Goldman"/>
              <a:buNone/>
              <a:defRPr sz="3000">
                <a:latin typeface="Goldman"/>
                <a:ea typeface="Goldman"/>
                <a:cs typeface="Goldman"/>
                <a:sym typeface="Goldman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Goldman"/>
              <a:buNone/>
              <a:defRPr sz="3000">
                <a:latin typeface="Goldman"/>
                <a:ea typeface="Goldman"/>
                <a:cs typeface="Goldman"/>
                <a:sym typeface="Goldman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Goldman"/>
              <a:buNone/>
              <a:defRPr sz="3000">
                <a:latin typeface="Goldman"/>
                <a:ea typeface="Goldman"/>
                <a:cs typeface="Goldman"/>
                <a:sym typeface="Goldman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Goldman"/>
              <a:buNone/>
              <a:defRPr sz="3000">
                <a:latin typeface="Goldman"/>
                <a:ea typeface="Goldman"/>
                <a:cs typeface="Goldman"/>
                <a:sym typeface="Goldman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Goldman"/>
              <a:buNone/>
              <a:defRPr sz="3000">
                <a:latin typeface="Goldman"/>
                <a:ea typeface="Goldman"/>
                <a:cs typeface="Goldman"/>
                <a:sym typeface="Goldman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Goldman"/>
              <a:buNone/>
              <a:defRPr sz="3000">
                <a:latin typeface="Goldman"/>
                <a:ea typeface="Goldman"/>
                <a:cs typeface="Goldman"/>
                <a:sym typeface="Goldman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Goldman"/>
              <a:buNone/>
              <a:defRPr sz="3000">
                <a:latin typeface="Goldman"/>
                <a:ea typeface="Goldman"/>
                <a:cs typeface="Goldman"/>
                <a:sym typeface="Goldman"/>
              </a:defRPr>
            </a:lvl9pPr>
          </a:lstStyle>
          <a:p>
            <a:r>
              <a:t>xx%</a:t>
            </a:r>
          </a:p>
        </p:txBody>
      </p:sp>
      <p:sp>
        <p:nvSpPr>
          <p:cNvPr id="279" name="Google Shape;279;p13"/>
          <p:cNvSpPr txBox="1">
            <a:spLocks noGrp="1"/>
          </p:cNvSpPr>
          <p:nvPr>
            <p:ph type="title" idx="7" hasCustomPrompt="1"/>
          </p:nvPr>
        </p:nvSpPr>
        <p:spPr>
          <a:xfrm>
            <a:off x="6887125" y="3574098"/>
            <a:ext cx="781800" cy="576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Goldman"/>
              <a:buNone/>
              <a:defRPr sz="3000">
                <a:latin typeface="Goldman"/>
                <a:ea typeface="Goldman"/>
                <a:cs typeface="Goldman"/>
                <a:sym typeface="Goldman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Goldman"/>
              <a:buNone/>
              <a:defRPr sz="3000">
                <a:latin typeface="Goldman"/>
                <a:ea typeface="Goldman"/>
                <a:cs typeface="Goldman"/>
                <a:sym typeface="Goldman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Goldman"/>
              <a:buNone/>
              <a:defRPr sz="3000">
                <a:latin typeface="Goldman"/>
                <a:ea typeface="Goldman"/>
                <a:cs typeface="Goldman"/>
                <a:sym typeface="Goldman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Goldman"/>
              <a:buNone/>
              <a:defRPr sz="3000">
                <a:latin typeface="Goldman"/>
                <a:ea typeface="Goldman"/>
                <a:cs typeface="Goldman"/>
                <a:sym typeface="Goldman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Goldman"/>
              <a:buNone/>
              <a:defRPr sz="3000">
                <a:latin typeface="Goldman"/>
                <a:ea typeface="Goldman"/>
                <a:cs typeface="Goldman"/>
                <a:sym typeface="Goldman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Goldman"/>
              <a:buNone/>
              <a:defRPr sz="3000">
                <a:latin typeface="Goldman"/>
                <a:ea typeface="Goldman"/>
                <a:cs typeface="Goldman"/>
                <a:sym typeface="Goldman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Goldman"/>
              <a:buNone/>
              <a:defRPr sz="3000">
                <a:latin typeface="Goldman"/>
                <a:ea typeface="Goldman"/>
                <a:cs typeface="Goldman"/>
                <a:sym typeface="Goldman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Goldman"/>
              <a:buNone/>
              <a:defRPr sz="3000">
                <a:latin typeface="Goldman"/>
                <a:ea typeface="Goldman"/>
                <a:cs typeface="Goldman"/>
                <a:sym typeface="Goldman"/>
              </a:defRPr>
            </a:lvl9pPr>
          </a:lstStyle>
          <a:p>
            <a:r>
              <a:t>xx%</a:t>
            </a:r>
          </a:p>
        </p:txBody>
      </p:sp>
      <p:sp>
        <p:nvSpPr>
          <p:cNvPr id="280" name="Google Shape;280;p13"/>
          <p:cNvSpPr txBox="1">
            <a:spLocks noGrp="1"/>
          </p:cNvSpPr>
          <p:nvPr>
            <p:ph type="subTitle" idx="1"/>
          </p:nvPr>
        </p:nvSpPr>
        <p:spPr>
          <a:xfrm>
            <a:off x="3272250" y="1925650"/>
            <a:ext cx="23055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Goldman"/>
              <a:buNone/>
              <a:defRPr sz="2100">
                <a:solidFill>
                  <a:schemeClr val="lt1"/>
                </a:solidFill>
                <a:latin typeface="Goldman"/>
                <a:ea typeface="Goldman"/>
                <a:cs typeface="Goldman"/>
                <a:sym typeface="Goldman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Goldman"/>
              <a:buNone/>
              <a:defRPr sz="2100">
                <a:solidFill>
                  <a:schemeClr val="lt1"/>
                </a:solidFill>
                <a:latin typeface="Goldman"/>
                <a:ea typeface="Goldman"/>
                <a:cs typeface="Goldman"/>
                <a:sym typeface="Goldman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Goldman"/>
              <a:buNone/>
              <a:defRPr sz="2100">
                <a:solidFill>
                  <a:schemeClr val="lt1"/>
                </a:solidFill>
                <a:latin typeface="Goldman"/>
                <a:ea typeface="Goldman"/>
                <a:cs typeface="Goldman"/>
                <a:sym typeface="Goldman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Goldman"/>
              <a:buNone/>
              <a:defRPr sz="2100">
                <a:solidFill>
                  <a:schemeClr val="lt1"/>
                </a:solidFill>
                <a:latin typeface="Goldman"/>
                <a:ea typeface="Goldman"/>
                <a:cs typeface="Goldman"/>
                <a:sym typeface="Goldman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Goldman"/>
              <a:buNone/>
              <a:defRPr sz="2100">
                <a:solidFill>
                  <a:schemeClr val="lt1"/>
                </a:solidFill>
                <a:latin typeface="Goldman"/>
                <a:ea typeface="Goldman"/>
                <a:cs typeface="Goldman"/>
                <a:sym typeface="Goldman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Goldman"/>
              <a:buNone/>
              <a:defRPr sz="2100">
                <a:solidFill>
                  <a:schemeClr val="lt1"/>
                </a:solidFill>
                <a:latin typeface="Goldman"/>
                <a:ea typeface="Goldman"/>
                <a:cs typeface="Goldman"/>
                <a:sym typeface="Goldman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Goldman"/>
              <a:buNone/>
              <a:defRPr sz="2100">
                <a:solidFill>
                  <a:schemeClr val="lt1"/>
                </a:solidFill>
                <a:latin typeface="Goldman"/>
                <a:ea typeface="Goldman"/>
                <a:cs typeface="Goldman"/>
                <a:sym typeface="Goldman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Goldman"/>
              <a:buNone/>
              <a:defRPr sz="2100">
                <a:solidFill>
                  <a:schemeClr val="lt1"/>
                </a:solidFill>
                <a:latin typeface="Goldman"/>
                <a:ea typeface="Goldman"/>
                <a:cs typeface="Goldman"/>
                <a:sym typeface="Goldman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Goldman"/>
              <a:buNone/>
              <a:defRPr sz="2100">
                <a:solidFill>
                  <a:schemeClr val="lt1"/>
                </a:solidFill>
                <a:latin typeface="Goldman"/>
                <a:ea typeface="Goldman"/>
                <a:cs typeface="Goldman"/>
                <a:sym typeface="Goldman"/>
              </a:defRPr>
            </a:lvl9pPr>
          </a:lstStyle>
          <a:p>
            <a:endParaRPr/>
          </a:p>
        </p:txBody>
      </p:sp>
      <p:sp>
        <p:nvSpPr>
          <p:cNvPr id="281" name="Google Shape;281;p13"/>
          <p:cNvSpPr txBox="1">
            <a:spLocks noGrp="1"/>
          </p:cNvSpPr>
          <p:nvPr>
            <p:ph type="subTitle" idx="8"/>
          </p:nvPr>
        </p:nvSpPr>
        <p:spPr>
          <a:xfrm>
            <a:off x="3272250" y="3037875"/>
            <a:ext cx="23055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Goldman"/>
              <a:buNone/>
              <a:defRPr sz="2100">
                <a:solidFill>
                  <a:schemeClr val="lt1"/>
                </a:solidFill>
                <a:latin typeface="Goldman"/>
                <a:ea typeface="Goldman"/>
                <a:cs typeface="Goldman"/>
                <a:sym typeface="Goldman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Goldman"/>
              <a:buNone/>
              <a:defRPr sz="2100">
                <a:solidFill>
                  <a:schemeClr val="lt1"/>
                </a:solidFill>
                <a:latin typeface="Goldman"/>
                <a:ea typeface="Goldman"/>
                <a:cs typeface="Goldman"/>
                <a:sym typeface="Goldman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Goldman"/>
              <a:buNone/>
              <a:defRPr sz="2100">
                <a:solidFill>
                  <a:schemeClr val="lt1"/>
                </a:solidFill>
                <a:latin typeface="Goldman"/>
                <a:ea typeface="Goldman"/>
                <a:cs typeface="Goldman"/>
                <a:sym typeface="Goldman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Goldman"/>
              <a:buNone/>
              <a:defRPr sz="2100">
                <a:solidFill>
                  <a:schemeClr val="lt1"/>
                </a:solidFill>
                <a:latin typeface="Goldman"/>
                <a:ea typeface="Goldman"/>
                <a:cs typeface="Goldman"/>
                <a:sym typeface="Goldman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Goldman"/>
              <a:buNone/>
              <a:defRPr sz="2100">
                <a:solidFill>
                  <a:schemeClr val="lt1"/>
                </a:solidFill>
                <a:latin typeface="Goldman"/>
                <a:ea typeface="Goldman"/>
                <a:cs typeface="Goldman"/>
                <a:sym typeface="Goldman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Goldman"/>
              <a:buNone/>
              <a:defRPr sz="2100">
                <a:solidFill>
                  <a:schemeClr val="lt1"/>
                </a:solidFill>
                <a:latin typeface="Goldman"/>
                <a:ea typeface="Goldman"/>
                <a:cs typeface="Goldman"/>
                <a:sym typeface="Goldman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Goldman"/>
              <a:buNone/>
              <a:defRPr sz="2100">
                <a:solidFill>
                  <a:schemeClr val="lt1"/>
                </a:solidFill>
                <a:latin typeface="Goldman"/>
                <a:ea typeface="Goldman"/>
                <a:cs typeface="Goldman"/>
                <a:sym typeface="Goldman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Goldman"/>
              <a:buNone/>
              <a:defRPr sz="2100">
                <a:solidFill>
                  <a:schemeClr val="lt1"/>
                </a:solidFill>
                <a:latin typeface="Goldman"/>
                <a:ea typeface="Goldman"/>
                <a:cs typeface="Goldman"/>
                <a:sym typeface="Goldman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Goldman"/>
              <a:buNone/>
              <a:defRPr sz="2100">
                <a:solidFill>
                  <a:schemeClr val="lt1"/>
                </a:solidFill>
                <a:latin typeface="Goldman"/>
                <a:ea typeface="Goldman"/>
                <a:cs typeface="Goldman"/>
                <a:sym typeface="Goldman"/>
              </a:defRPr>
            </a:lvl9pPr>
          </a:lstStyle>
          <a:p>
            <a:endParaRPr/>
          </a:p>
        </p:txBody>
      </p:sp>
      <p:sp>
        <p:nvSpPr>
          <p:cNvPr id="282" name="Google Shape;282;p13"/>
          <p:cNvSpPr txBox="1">
            <a:spLocks noGrp="1"/>
          </p:cNvSpPr>
          <p:nvPr>
            <p:ph type="subTitle" idx="9"/>
          </p:nvPr>
        </p:nvSpPr>
        <p:spPr>
          <a:xfrm>
            <a:off x="3272250" y="4150100"/>
            <a:ext cx="23055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Goldman"/>
              <a:buNone/>
              <a:defRPr sz="2100">
                <a:solidFill>
                  <a:schemeClr val="lt1"/>
                </a:solidFill>
                <a:latin typeface="Goldman"/>
                <a:ea typeface="Goldman"/>
                <a:cs typeface="Goldman"/>
                <a:sym typeface="Goldman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Goldman"/>
              <a:buNone/>
              <a:defRPr sz="2100">
                <a:solidFill>
                  <a:schemeClr val="lt1"/>
                </a:solidFill>
                <a:latin typeface="Goldman"/>
                <a:ea typeface="Goldman"/>
                <a:cs typeface="Goldman"/>
                <a:sym typeface="Goldman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Goldman"/>
              <a:buNone/>
              <a:defRPr sz="2100">
                <a:solidFill>
                  <a:schemeClr val="lt1"/>
                </a:solidFill>
                <a:latin typeface="Goldman"/>
                <a:ea typeface="Goldman"/>
                <a:cs typeface="Goldman"/>
                <a:sym typeface="Goldman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Goldman"/>
              <a:buNone/>
              <a:defRPr sz="2100">
                <a:solidFill>
                  <a:schemeClr val="lt1"/>
                </a:solidFill>
                <a:latin typeface="Goldman"/>
                <a:ea typeface="Goldman"/>
                <a:cs typeface="Goldman"/>
                <a:sym typeface="Goldman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Goldman"/>
              <a:buNone/>
              <a:defRPr sz="2100">
                <a:solidFill>
                  <a:schemeClr val="lt1"/>
                </a:solidFill>
                <a:latin typeface="Goldman"/>
                <a:ea typeface="Goldman"/>
                <a:cs typeface="Goldman"/>
                <a:sym typeface="Goldman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Goldman"/>
              <a:buNone/>
              <a:defRPr sz="2100">
                <a:solidFill>
                  <a:schemeClr val="lt1"/>
                </a:solidFill>
                <a:latin typeface="Goldman"/>
                <a:ea typeface="Goldman"/>
                <a:cs typeface="Goldman"/>
                <a:sym typeface="Goldman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Goldman"/>
              <a:buNone/>
              <a:defRPr sz="2100">
                <a:solidFill>
                  <a:schemeClr val="lt1"/>
                </a:solidFill>
                <a:latin typeface="Goldman"/>
                <a:ea typeface="Goldman"/>
                <a:cs typeface="Goldman"/>
                <a:sym typeface="Goldman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Goldman"/>
              <a:buNone/>
              <a:defRPr sz="2100">
                <a:solidFill>
                  <a:schemeClr val="lt1"/>
                </a:solidFill>
                <a:latin typeface="Goldman"/>
                <a:ea typeface="Goldman"/>
                <a:cs typeface="Goldman"/>
                <a:sym typeface="Goldman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Goldman"/>
              <a:buNone/>
              <a:defRPr sz="2100">
                <a:solidFill>
                  <a:schemeClr val="lt1"/>
                </a:solidFill>
                <a:latin typeface="Goldman"/>
                <a:ea typeface="Goldman"/>
                <a:cs typeface="Goldman"/>
                <a:sym typeface="Goldman"/>
              </a:defRPr>
            </a:lvl9pPr>
          </a:lstStyle>
          <a:p>
            <a:endParaRPr/>
          </a:p>
        </p:txBody>
      </p:sp>
      <p:sp>
        <p:nvSpPr>
          <p:cNvPr id="283" name="Google Shape;283;p13"/>
          <p:cNvSpPr txBox="1">
            <a:spLocks noGrp="1"/>
          </p:cNvSpPr>
          <p:nvPr>
            <p:ph type="subTitle" idx="13"/>
          </p:nvPr>
        </p:nvSpPr>
        <p:spPr>
          <a:xfrm>
            <a:off x="6125275" y="1925650"/>
            <a:ext cx="23055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Goldman"/>
              <a:buNone/>
              <a:defRPr sz="2100">
                <a:solidFill>
                  <a:schemeClr val="lt1"/>
                </a:solidFill>
                <a:latin typeface="Goldman"/>
                <a:ea typeface="Goldman"/>
                <a:cs typeface="Goldman"/>
                <a:sym typeface="Goldman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Goldman"/>
              <a:buNone/>
              <a:defRPr sz="2100">
                <a:solidFill>
                  <a:schemeClr val="lt1"/>
                </a:solidFill>
                <a:latin typeface="Goldman"/>
                <a:ea typeface="Goldman"/>
                <a:cs typeface="Goldman"/>
                <a:sym typeface="Goldman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Goldman"/>
              <a:buNone/>
              <a:defRPr sz="2100">
                <a:solidFill>
                  <a:schemeClr val="lt1"/>
                </a:solidFill>
                <a:latin typeface="Goldman"/>
                <a:ea typeface="Goldman"/>
                <a:cs typeface="Goldman"/>
                <a:sym typeface="Goldman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Goldman"/>
              <a:buNone/>
              <a:defRPr sz="2100">
                <a:solidFill>
                  <a:schemeClr val="lt1"/>
                </a:solidFill>
                <a:latin typeface="Goldman"/>
                <a:ea typeface="Goldman"/>
                <a:cs typeface="Goldman"/>
                <a:sym typeface="Goldman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Goldman"/>
              <a:buNone/>
              <a:defRPr sz="2100">
                <a:solidFill>
                  <a:schemeClr val="lt1"/>
                </a:solidFill>
                <a:latin typeface="Goldman"/>
                <a:ea typeface="Goldman"/>
                <a:cs typeface="Goldman"/>
                <a:sym typeface="Goldman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Goldman"/>
              <a:buNone/>
              <a:defRPr sz="2100">
                <a:solidFill>
                  <a:schemeClr val="lt1"/>
                </a:solidFill>
                <a:latin typeface="Goldman"/>
                <a:ea typeface="Goldman"/>
                <a:cs typeface="Goldman"/>
                <a:sym typeface="Goldman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Goldman"/>
              <a:buNone/>
              <a:defRPr sz="2100">
                <a:solidFill>
                  <a:schemeClr val="lt1"/>
                </a:solidFill>
                <a:latin typeface="Goldman"/>
                <a:ea typeface="Goldman"/>
                <a:cs typeface="Goldman"/>
                <a:sym typeface="Goldman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Goldman"/>
              <a:buNone/>
              <a:defRPr sz="2100">
                <a:solidFill>
                  <a:schemeClr val="lt1"/>
                </a:solidFill>
                <a:latin typeface="Goldman"/>
                <a:ea typeface="Goldman"/>
                <a:cs typeface="Goldman"/>
                <a:sym typeface="Goldman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Goldman"/>
              <a:buNone/>
              <a:defRPr sz="2100">
                <a:solidFill>
                  <a:schemeClr val="lt1"/>
                </a:solidFill>
                <a:latin typeface="Goldman"/>
                <a:ea typeface="Goldman"/>
                <a:cs typeface="Goldman"/>
                <a:sym typeface="Goldman"/>
              </a:defRPr>
            </a:lvl9pPr>
          </a:lstStyle>
          <a:p>
            <a:endParaRPr/>
          </a:p>
        </p:txBody>
      </p:sp>
      <p:sp>
        <p:nvSpPr>
          <p:cNvPr id="284" name="Google Shape;284;p13"/>
          <p:cNvSpPr txBox="1">
            <a:spLocks noGrp="1"/>
          </p:cNvSpPr>
          <p:nvPr>
            <p:ph type="subTitle" idx="14"/>
          </p:nvPr>
        </p:nvSpPr>
        <p:spPr>
          <a:xfrm>
            <a:off x="6125275" y="3037875"/>
            <a:ext cx="23055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Goldman"/>
              <a:buNone/>
              <a:defRPr sz="2100">
                <a:solidFill>
                  <a:schemeClr val="lt1"/>
                </a:solidFill>
                <a:latin typeface="Goldman"/>
                <a:ea typeface="Goldman"/>
                <a:cs typeface="Goldman"/>
                <a:sym typeface="Goldman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Goldman"/>
              <a:buNone/>
              <a:defRPr sz="2100">
                <a:solidFill>
                  <a:schemeClr val="lt1"/>
                </a:solidFill>
                <a:latin typeface="Goldman"/>
                <a:ea typeface="Goldman"/>
                <a:cs typeface="Goldman"/>
                <a:sym typeface="Goldman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Goldman"/>
              <a:buNone/>
              <a:defRPr sz="2100">
                <a:solidFill>
                  <a:schemeClr val="lt1"/>
                </a:solidFill>
                <a:latin typeface="Goldman"/>
                <a:ea typeface="Goldman"/>
                <a:cs typeface="Goldman"/>
                <a:sym typeface="Goldman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Goldman"/>
              <a:buNone/>
              <a:defRPr sz="2100">
                <a:solidFill>
                  <a:schemeClr val="lt1"/>
                </a:solidFill>
                <a:latin typeface="Goldman"/>
                <a:ea typeface="Goldman"/>
                <a:cs typeface="Goldman"/>
                <a:sym typeface="Goldman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Goldman"/>
              <a:buNone/>
              <a:defRPr sz="2100">
                <a:solidFill>
                  <a:schemeClr val="lt1"/>
                </a:solidFill>
                <a:latin typeface="Goldman"/>
                <a:ea typeface="Goldman"/>
                <a:cs typeface="Goldman"/>
                <a:sym typeface="Goldman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Goldman"/>
              <a:buNone/>
              <a:defRPr sz="2100">
                <a:solidFill>
                  <a:schemeClr val="lt1"/>
                </a:solidFill>
                <a:latin typeface="Goldman"/>
                <a:ea typeface="Goldman"/>
                <a:cs typeface="Goldman"/>
                <a:sym typeface="Goldman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Goldman"/>
              <a:buNone/>
              <a:defRPr sz="2100">
                <a:solidFill>
                  <a:schemeClr val="lt1"/>
                </a:solidFill>
                <a:latin typeface="Goldman"/>
                <a:ea typeface="Goldman"/>
                <a:cs typeface="Goldman"/>
                <a:sym typeface="Goldman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Goldman"/>
              <a:buNone/>
              <a:defRPr sz="2100">
                <a:solidFill>
                  <a:schemeClr val="lt1"/>
                </a:solidFill>
                <a:latin typeface="Goldman"/>
                <a:ea typeface="Goldman"/>
                <a:cs typeface="Goldman"/>
                <a:sym typeface="Goldman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Goldman"/>
              <a:buNone/>
              <a:defRPr sz="2100">
                <a:solidFill>
                  <a:schemeClr val="lt1"/>
                </a:solidFill>
                <a:latin typeface="Goldman"/>
                <a:ea typeface="Goldman"/>
                <a:cs typeface="Goldman"/>
                <a:sym typeface="Goldman"/>
              </a:defRPr>
            </a:lvl9pPr>
          </a:lstStyle>
          <a:p>
            <a:endParaRPr/>
          </a:p>
        </p:txBody>
      </p:sp>
      <p:sp>
        <p:nvSpPr>
          <p:cNvPr id="285" name="Google Shape;285;p13"/>
          <p:cNvSpPr txBox="1">
            <a:spLocks noGrp="1"/>
          </p:cNvSpPr>
          <p:nvPr>
            <p:ph type="subTitle" idx="15"/>
          </p:nvPr>
        </p:nvSpPr>
        <p:spPr>
          <a:xfrm>
            <a:off x="6125275" y="4150100"/>
            <a:ext cx="23055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Goldman"/>
              <a:buNone/>
              <a:defRPr sz="2100">
                <a:solidFill>
                  <a:schemeClr val="lt1"/>
                </a:solidFill>
                <a:latin typeface="Goldman"/>
                <a:ea typeface="Goldman"/>
                <a:cs typeface="Goldman"/>
                <a:sym typeface="Goldman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Goldman"/>
              <a:buNone/>
              <a:defRPr sz="2100">
                <a:solidFill>
                  <a:schemeClr val="lt1"/>
                </a:solidFill>
                <a:latin typeface="Goldman"/>
                <a:ea typeface="Goldman"/>
                <a:cs typeface="Goldman"/>
                <a:sym typeface="Goldman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Goldman"/>
              <a:buNone/>
              <a:defRPr sz="2100">
                <a:solidFill>
                  <a:schemeClr val="lt1"/>
                </a:solidFill>
                <a:latin typeface="Goldman"/>
                <a:ea typeface="Goldman"/>
                <a:cs typeface="Goldman"/>
                <a:sym typeface="Goldman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Goldman"/>
              <a:buNone/>
              <a:defRPr sz="2100">
                <a:solidFill>
                  <a:schemeClr val="lt1"/>
                </a:solidFill>
                <a:latin typeface="Goldman"/>
                <a:ea typeface="Goldman"/>
                <a:cs typeface="Goldman"/>
                <a:sym typeface="Goldman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Goldman"/>
              <a:buNone/>
              <a:defRPr sz="2100">
                <a:solidFill>
                  <a:schemeClr val="lt1"/>
                </a:solidFill>
                <a:latin typeface="Goldman"/>
                <a:ea typeface="Goldman"/>
                <a:cs typeface="Goldman"/>
                <a:sym typeface="Goldman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Goldman"/>
              <a:buNone/>
              <a:defRPr sz="2100">
                <a:solidFill>
                  <a:schemeClr val="lt1"/>
                </a:solidFill>
                <a:latin typeface="Goldman"/>
                <a:ea typeface="Goldman"/>
                <a:cs typeface="Goldman"/>
                <a:sym typeface="Goldman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Goldman"/>
              <a:buNone/>
              <a:defRPr sz="2100">
                <a:solidFill>
                  <a:schemeClr val="lt1"/>
                </a:solidFill>
                <a:latin typeface="Goldman"/>
                <a:ea typeface="Goldman"/>
                <a:cs typeface="Goldman"/>
                <a:sym typeface="Goldman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Goldman"/>
              <a:buNone/>
              <a:defRPr sz="2100">
                <a:solidFill>
                  <a:schemeClr val="lt1"/>
                </a:solidFill>
                <a:latin typeface="Goldman"/>
                <a:ea typeface="Goldman"/>
                <a:cs typeface="Goldman"/>
                <a:sym typeface="Goldman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Goldman"/>
              <a:buNone/>
              <a:defRPr sz="2100">
                <a:solidFill>
                  <a:schemeClr val="lt1"/>
                </a:solidFill>
                <a:latin typeface="Goldman"/>
                <a:ea typeface="Goldman"/>
                <a:cs typeface="Goldman"/>
                <a:sym typeface="Goldman"/>
              </a:defRPr>
            </a:lvl9pPr>
          </a:lstStyle>
          <a:p>
            <a:endParaRPr/>
          </a:p>
        </p:txBody>
      </p:sp>
      <p:grpSp>
        <p:nvGrpSpPr>
          <p:cNvPr id="286" name="Google Shape;286;p13"/>
          <p:cNvGrpSpPr/>
          <p:nvPr/>
        </p:nvGrpSpPr>
        <p:grpSpPr>
          <a:xfrm flipH="1">
            <a:off x="7687825" y="298000"/>
            <a:ext cx="742950" cy="76200"/>
            <a:chOff x="2647950" y="4676775"/>
            <a:chExt cx="742950" cy="76200"/>
          </a:xfrm>
        </p:grpSpPr>
        <p:sp>
          <p:nvSpPr>
            <p:cNvPr id="287" name="Google Shape;287;p13"/>
            <p:cNvSpPr/>
            <p:nvPr/>
          </p:nvSpPr>
          <p:spPr>
            <a:xfrm>
              <a:off x="2647950" y="4676775"/>
              <a:ext cx="76200" cy="762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" name="Google Shape;288;p13"/>
            <p:cNvSpPr/>
            <p:nvPr/>
          </p:nvSpPr>
          <p:spPr>
            <a:xfrm>
              <a:off x="2870200" y="4676775"/>
              <a:ext cx="76200" cy="762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" name="Google Shape;289;p13"/>
            <p:cNvSpPr/>
            <p:nvPr/>
          </p:nvSpPr>
          <p:spPr>
            <a:xfrm>
              <a:off x="3092450" y="4676775"/>
              <a:ext cx="76200" cy="762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" name="Google Shape;290;p13"/>
            <p:cNvSpPr/>
            <p:nvPr/>
          </p:nvSpPr>
          <p:spPr>
            <a:xfrm>
              <a:off x="3314700" y="4676775"/>
              <a:ext cx="76200" cy="762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91" name="Google Shape;291;p13"/>
          <p:cNvGrpSpPr/>
          <p:nvPr/>
        </p:nvGrpSpPr>
        <p:grpSpPr>
          <a:xfrm>
            <a:off x="471725" y="298000"/>
            <a:ext cx="241500" cy="241500"/>
            <a:chOff x="-1752450" y="4362450"/>
            <a:chExt cx="241500" cy="241500"/>
          </a:xfrm>
        </p:grpSpPr>
        <p:sp>
          <p:nvSpPr>
            <p:cNvPr id="292" name="Google Shape;292;p13"/>
            <p:cNvSpPr/>
            <p:nvPr/>
          </p:nvSpPr>
          <p:spPr>
            <a:xfrm>
              <a:off x="-1752450" y="4362450"/>
              <a:ext cx="114300" cy="2415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" name="Google Shape;293;p13"/>
            <p:cNvSpPr/>
            <p:nvPr/>
          </p:nvSpPr>
          <p:spPr>
            <a:xfrm rot="5400000">
              <a:off x="-1688850" y="4298850"/>
              <a:ext cx="114300" cy="2415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BLANK_1_1"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14"/>
          <p:cNvSpPr txBox="1">
            <a:spLocks noGrp="1"/>
          </p:cNvSpPr>
          <p:nvPr>
            <p:ph type="title"/>
          </p:nvPr>
        </p:nvSpPr>
        <p:spPr>
          <a:xfrm>
            <a:off x="4070575" y="3334588"/>
            <a:ext cx="4360200" cy="53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100"/>
              <a:buFont typeface="Goldman"/>
              <a:buNone/>
              <a:defRPr sz="2100">
                <a:latin typeface="Goldman"/>
                <a:ea typeface="Goldman"/>
                <a:cs typeface="Goldman"/>
                <a:sym typeface="Goldman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100"/>
              <a:buFont typeface="Goldman"/>
              <a:buNone/>
              <a:defRPr sz="2100">
                <a:latin typeface="Goldman"/>
                <a:ea typeface="Goldman"/>
                <a:cs typeface="Goldman"/>
                <a:sym typeface="Goldman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100"/>
              <a:buFont typeface="Goldman"/>
              <a:buNone/>
              <a:defRPr sz="2100">
                <a:latin typeface="Goldman"/>
                <a:ea typeface="Goldman"/>
                <a:cs typeface="Goldman"/>
                <a:sym typeface="Goldman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100"/>
              <a:buFont typeface="Goldman"/>
              <a:buNone/>
              <a:defRPr sz="2100">
                <a:latin typeface="Goldman"/>
                <a:ea typeface="Goldman"/>
                <a:cs typeface="Goldman"/>
                <a:sym typeface="Goldman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100"/>
              <a:buFont typeface="Goldman"/>
              <a:buNone/>
              <a:defRPr sz="2100">
                <a:latin typeface="Goldman"/>
                <a:ea typeface="Goldman"/>
                <a:cs typeface="Goldman"/>
                <a:sym typeface="Goldman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100"/>
              <a:buFont typeface="Goldman"/>
              <a:buNone/>
              <a:defRPr sz="2100">
                <a:latin typeface="Goldman"/>
                <a:ea typeface="Goldman"/>
                <a:cs typeface="Goldman"/>
                <a:sym typeface="Goldman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100"/>
              <a:buFont typeface="Goldman"/>
              <a:buNone/>
              <a:defRPr sz="2100">
                <a:latin typeface="Goldman"/>
                <a:ea typeface="Goldman"/>
                <a:cs typeface="Goldman"/>
                <a:sym typeface="Goldman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100"/>
              <a:buFont typeface="Goldman"/>
              <a:buNone/>
              <a:defRPr sz="2100">
                <a:latin typeface="Goldman"/>
                <a:ea typeface="Goldman"/>
                <a:cs typeface="Goldman"/>
                <a:sym typeface="Goldman"/>
              </a:defRPr>
            </a:lvl9pPr>
          </a:lstStyle>
          <a:p>
            <a:endParaRPr/>
          </a:p>
        </p:txBody>
      </p:sp>
      <p:sp>
        <p:nvSpPr>
          <p:cNvPr id="296" name="Google Shape;296;p14"/>
          <p:cNvSpPr txBox="1">
            <a:spLocks noGrp="1"/>
          </p:cNvSpPr>
          <p:nvPr>
            <p:ph type="subTitle" idx="1"/>
          </p:nvPr>
        </p:nvSpPr>
        <p:spPr>
          <a:xfrm>
            <a:off x="2560975" y="1277011"/>
            <a:ext cx="5869800" cy="20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grpSp>
        <p:nvGrpSpPr>
          <p:cNvPr id="297" name="Google Shape;297;p14"/>
          <p:cNvGrpSpPr/>
          <p:nvPr/>
        </p:nvGrpSpPr>
        <p:grpSpPr>
          <a:xfrm>
            <a:off x="7687825" y="4676775"/>
            <a:ext cx="742950" cy="76200"/>
            <a:chOff x="2647950" y="4676775"/>
            <a:chExt cx="742950" cy="76200"/>
          </a:xfrm>
        </p:grpSpPr>
        <p:sp>
          <p:nvSpPr>
            <p:cNvPr id="298" name="Google Shape;298;p14"/>
            <p:cNvSpPr/>
            <p:nvPr/>
          </p:nvSpPr>
          <p:spPr>
            <a:xfrm>
              <a:off x="2647950" y="4676775"/>
              <a:ext cx="76200" cy="762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" name="Google Shape;299;p14"/>
            <p:cNvSpPr/>
            <p:nvPr/>
          </p:nvSpPr>
          <p:spPr>
            <a:xfrm>
              <a:off x="2870200" y="4676775"/>
              <a:ext cx="76200" cy="762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" name="Google Shape;300;p14"/>
            <p:cNvSpPr/>
            <p:nvPr/>
          </p:nvSpPr>
          <p:spPr>
            <a:xfrm>
              <a:off x="3092450" y="4676775"/>
              <a:ext cx="76200" cy="762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" name="Google Shape;301;p14"/>
            <p:cNvSpPr/>
            <p:nvPr/>
          </p:nvSpPr>
          <p:spPr>
            <a:xfrm>
              <a:off x="3314700" y="4676775"/>
              <a:ext cx="76200" cy="762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02" name="Google Shape;302;p14"/>
          <p:cNvGrpSpPr/>
          <p:nvPr/>
        </p:nvGrpSpPr>
        <p:grpSpPr>
          <a:xfrm>
            <a:off x="467875" y="298000"/>
            <a:ext cx="241500" cy="241500"/>
            <a:chOff x="-1752450" y="4362450"/>
            <a:chExt cx="241500" cy="241500"/>
          </a:xfrm>
        </p:grpSpPr>
        <p:sp>
          <p:nvSpPr>
            <p:cNvPr id="303" name="Google Shape;303;p14"/>
            <p:cNvSpPr/>
            <p:nvPr/>
          </p:nvSpPr>
          <p:spPr>
            <a:xfrm>
              <a:off x="-1752450" y="4362450"/>
              <a:ext cx="114300" cy="2415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" name="Google Shape;304;p14"/>
            <p:cNvSpPr/>
            <p:nvPr/>
          </p:nvSpPr>
          <p:spPr>
            <a:xfrm rot="5400000">
              <a:off x="-1688850" y="4298850"/>
              <a:ext cx="114300" cy="2415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CUSTOM_4"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15"/>
          <p:cNvSpPr txBox="1">
            <a:spLocks noGrp="1"/>
          </p:cNvSpPr>
          <p:nvPr>
            <p:ph type="title"/>
          </p:nvPr>
        </p:nvSpPr>
        <p:spPr>
          <a:xfrm>
            <a:off x="713225" y="2596900"/>
            <a:ext cx="2801400" cy="1146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307" name="Google Shape;307;p15"/>
          <p:cNvSpPr txBox="1">
            <a:spLocks noGrp="1"/>
          </p:cNvSpPr>
          <p:nvPr>
            <p:ph type="subTitle" idx="1"/>
          </p:nvPr>
        </p:nvSpPr>
        <p:spPr>
          <a:xfrm>
            <a:off x="713225" y="3743500"/>
            <a:ext cx="2801400" cy="85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308" name="Google Shape;308;p15"/>
          <p:cNvSpPr/>
          <p:nvPr/>
        </p:nvSpPr>
        <p:spPr>
          <a:xfrm>
            <a:off x="7368134" y="4351441"/>
            <a:ext cx="1994950" cy="1068275"/>
          </a:xfrm>
          <a:custGeom>
            <a:avLst/>
            <a:gdLst/>
            <a:ahLst/>
            <a:cxnLst/>
            <a:rect l="l" t="t" r="r" b="b"/>
            <a:pathLst>
              <a:path w="79798" h="42731" extrusionOk="0">
                <a:moveTo>
                  <a:pt x="550" y="42731"/>
                </a:moveTo>
                <a:cubicBezTo>
                  <a:pt x="-556" y="33883"/>
                  <a:pt x="-300" y="23212"/>
                  <a:pt x="5503" y="16442"/>
                </a:cubicBezTo>
                <a:cubicBezTo>
                  <a:pt x="13080" y="7602"/>
                  <a:pt x="25328" y="3104"/>
                  <a:pt x="36745" y="821"/>
                </a:cubicBezTo>
                <a:cubicBezTo>
                  <a:pt x="48254" y="-1481"/>
                  <a:pt x="61870" y="1490"/>
                  <a:pt x="71035" y="8822"/>
                </a:cubicBezTo>
                <a:cubicBezTo>
                  <a:pt x="74404" y="11517"/>
                  <a:pt x="79798" y="14033"/>
                  <a:pt x="79798" y="18347"/>
                </a:cubicBezTo>
              </a:path>
            </a:pathLst>
          </a:cu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309" name="Google Shape;309;p15"/>
          <p:cNvSpPr/>
          <p:nvPr/>
        </p:nvSpPr>
        <p:spPr>
          <a:xfrm>
            <a:off x="1924050" y="-200025"/>
            <a:ext cx="1585450" cy="823075"/>
          </a:xfrm>
          <a:custGeom>
            <a:avLst/>
            <a:gdLst/>
            <a:ahLst/>
            <a:cxnLst/>
            <a:rect l="l" t="t" r="r" b="b"/>
            <a:pathLst>
              <a:path w="63418" h="32923" extrusionOk="0">
                <a:moveTo>
                  <a:pt x="0" y="762"/>
                </a:moveTo>
                <a:cubicBezTo>
                  <a:pt x="4194" y="7054"/>
                  <a:pt x="6208" y="14765"/>
                  <a:pt x="11049" y="20574"/>
                </a:cubicBezTo>
                <a:cubicBezTo>
                  <a:pt x="16650" y="27295"/>
                  <a:pt x="25661" y="31328"/>
                  <a:pt x="34290" y="32766"/>
                </a:cubicBezTo>
                <a:cubicBezTo>
                  <a:pt x="41824" y="34022"/>
                  <a:pt x="46817" y="23500"/>
                  <a:pt x="51054" y="17145"/>
                </a:cubicBezTo>
                <a:cubicBezTo>
                  <a:pt x="53108" y="14064"/>
                  <a:pt x="57404" y="13335"/>
                  <a:pt x="60579" y="11430"/>
                </a:cubicBezTo>
                <a:cubicBezTo>
                  <a:pt x="63934" y="9417"/>
                  <a:pt x="63246" y="3912"/>
                  <a:pt x="63246" y="0"/>
                </a:cubicBezTo>
              </a:path>
            </a:pathLst>
          </a:cu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310" name="Google Shape;310;p15"/>
          <p:cNvSpPr/>
          <p:nvPr/>
        </p:nvSpPr>
        <p:spPr>
          <a:xfrm>
            <a:off x="-161925" y="-247650"/>
            <a:ext cx="2487975" cy="2427975"/>
          </a:xfrm>
          <a:custGeom>
            <a:avLst/>
            <a:gdLst/>
            <a:ahLst/>
            <a:cxnLst/>
            <a:rect l="l" t="t" r="r" b="b"/>
            <a:pathLst>
              <a:path w="99519" h="97119" extrusionOk="0">
                <a:moveTo>
                  <a:pt x="0" y="89916"/>
                </a:moveTo>
                <a:cubicBezTo>
                  <a:pt x="3976" y="89916"/>
                  <a:pt x="7112" y="93472"/>
                  <a:pt x="10668" y="95250"/>
                </a:cubicBezTo>
                <a:cubicBezTo>
                  <a:pt x="16366" y="98099"/>
                  <a:pt x="24622" y="97548"/>
                  <a:pt x="29718" y="93726"/>
                </a:cubicBezTo>
                <a:cubicBezTo>
                  <a:pt x="40330" y="85767"/>
                  <a:pt x="38266" y="65788"/>
                  <a:pt x="49911" y="59436"/>
                </a:cubicBezTo>
                <a:cubicBezTo>
                  <a:pt x="59296" y="54317"/>
                  <a:pt x="71203" y="53521"/>
                  <a:pt x="79248" y="46482"/>
                </a:cubicBezTo>
                <a:cubicBezTo>
                  <a:pt x="87681" y="39103"/>
                  <a:pt x="95517" y="29800"/>
                  <a:pt x="98679" y="19050"/>
                </a:cubicBezTo>
                <a:cubicBezTo>
                  <a:pt x="100471" y="12958"/>
                  <a:pt x="98679" y="6350"/>
                  <a:pt x="98679" y="0"/>
                </a:cubicBezTo>
              </a:path>
            </a:pathLst>
          </a:cu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311" name="Google Shape;311;p15"/>
          <p:cNvSpPr/>
          <p:nvPr/>
        </p:nvSpPr>
        <p:spPr>
          <a:xfrm>
            <a:off x="6578050" y="3700846"/>
            <a:ext cx="2448050" cy="1652200"/>
          </a:xfrm>
          <a:custGeom>
            <a:avLst/>
            <a:gdLst/>
            <a:ahLst/>
            <a:cxnLst/>
            <a:rect l="l" t="t" r="r" b="b"/>
            <a:pathLst>
              <a:path w="97922" h="66088" extrusionOk="0">
                <a:moveTo>
                  <a:pt x="3197" y="64183"/>
                </a:moveTo>
                <a:cubicBezTo>
                  <a:pt x="324" y="52692"/>
                  <a:pt x="-3268" y="36293"/>
                  <a:pt x="5864" y="28750"/>
                </a:cubicBezTo>
                <a:cubicBezTo>
                  <a:pt x="11825" y="23826"/>
                  <a:pt x="20622" y="22629"/>
                  <a:pt x="28343" y="23035"/>
                </a:cubicBezTo>
                <a:cubicBezTo>
                  <a:pt x="33820" y="23323"/>
                  <a:pt x="40163" y="27601"/>
                  <a:pt x="44726" y="24559"/>
                </a:cubicBezTo>
                <a:cubicBezTo>
                  <a:pt x="50139" y="20950"/>
                  <a:pt x="52002" y="13580"/>
                  <a:pt x="56918" y="9319"/>
                </a:cubicBezTo>
                <a:cubicBezTo>
                  <a:pt x="64264" y="2953"/>
                  <a:pt x="75242" y="-1553"/>
                  <a:pt x="84731" y="556"/>
                </a:cubicBezTo>
                <a:cubicBezTo>
                  <a:pt x="93004" y="2394"/>
                  <a:pt x="99984" y="14614"/>
                  <a:pt x="97304" y="22654"/>
                </a:cubicBezTo>
                <a:cubicBezTo>
                  <a:pt x="94562" y="30879"/>
                  <a:pt x="87465" y="36998"/>
                  <a:pt x="83588" y="44752"/>
                </a:cubicBezTo>
                <a:cubicBezTo>
                  <a:pt x="80335" y="51258"/>
                  <a:pt x="80887" y="66088"/>
                  <a:pt x="88160" y="66088"/>
                </a:cubicBezTo>
              </a:path>
            </a:pathLst>
          </a:cu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sp>
      <p:grpSp>
        <p:nvGrpSpPr>
          <p:cNvPr id="312" name="Google Shape;312;p15"/>
          <p:cNvGrpSpPr/>
          <p:nvPr/>
        </p:nvGrpSpPr>
        <p:grpSpPr>
          <a:xfrm flipH="1">
            <a:off x="8430775" y="298000"/>
            <a:ext cx="241500" cy="241500"/>
            <a:chOff x="-1752450" y="4362450"/>
            <a:chExt cx="241500" cy="241500"/>
          </a:xfrm>
        </p:grpSpPr>
        <p:sp>
          <p:nvSpPr>
            <p:cNvPr id="313" name="Google Shape;313;p15"/>
            <p:cNvSpPr/>
            <p:nvPr/>
          </p:nvSpPr>
          <p:spPr>
            <a:xfrm>
              <a:off x="-1752450" y="4362450"/>
              <a:ext cx="114300" cy="2415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" name="Google Shape;314;p15"/>
            <p:cNvSpPr/>
            <p:nvPr/>
          </p:nvSpPr>
          <p:spPr>
            <a:xfrm rot="5400000">
              <a:off x="-1688850" y="4298850"/>
              <a:ext cx="114300" cy="2415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15" name="Google Shape;315;p15"/>
          <p:cNvGrpSpPr/>
          <p:nvPr/>
        </p:nvGrpSpPr>
        <p:grpSpPr>
          <a:xfrm>
            <a:off x="713225" y="298000"/>
            <a:ext cx="742950" cy="76200"/>
            <a:chOff x="2647950" y="4676775"/>
            <a:chExt cx="742950" cy="76200"/>
          </a:xfrm>
        </p:grpSpPr>
        <p:sp>
          <p:nvSpPr>
            <p:cNvPr id="316" name="Google Shape;316;p15"/>
            <p:cNvSpPr/>
            <p:nvPr/>
          </p:nvSpPr>
          <p:spPr>
            <a:xfrm>
              <a:off x="2647950" y="4676775"/>
              <a:ext cx="76200" cy="762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" name="Google Shape;317;p15"/>
            <p:cNvSpPr/>
            <p:nvPr/>
          </p:nvSpPr>
          <p:spPr>
            <a:xfrm>
              <a:off x="2870200" y="4676775"/>
              <a:ext cx="76200" cy="762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" name="Google Shape;318;p15"/>
            <p:cNvSpPr/>
            <p:nvPr/>
          </p:nvSpPr>
          <p:spPr>
            <a:xfrm>
              <a:off x="3092450" y="4676775"/>
              <a:ext cx="76200" cy="762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" name="Google Shape;319;p15"/>
            <p:cNvSpPr/>
            <p:nvPr/>
          </p:nvSpPr>
          <p:spPr>
            <a:xfrm>
              <a:off x="3314700" y="4676775"/>
              <a:ext cx="76200" cy="762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20" name="Google Shape;320;p15"/>
          <p:cNvSpPr/>
          <p:nvPr/>
        </p:nvSpPr>
        <p:spPr>
          <a:xfrm>
            <a:off x="-104775" y="1343025"/>
            <a:ext cx="373850" cy="1447800"/>
          </a:xfrm>
          <a:custGeom>
            <a:avLst/>
            <a:gdLst/>
            <a:ahLst/>
            <a:cxnLst/>
            <a:rect l="l" t="t" r="r" b="b"/>
            <a:pathLst>
              <a:path w="14954" h="57912" extrusionOk="0">
                <a:moveTo>
                  <a:pt x="4191" y="0"/>
                </a:moveTo>
                <a:cubicBezTo>
                  <a:pt x="9483" y="7409"/>
                  <a:pt x="15615" y="16072"/>
                  <a:pt x="14859" y="25146"/>
                </a:cubicBezTo>
                <a:cubicBezTo>
                  <a:pt x="13863" y="37097"/>
                  <a:pt x="3792" y="46535"/>
                  <a:pt x="0" y="57912"/>
                </a:cubicBezTo>
              </a:path>
            </a:pathLst>
          </a:cu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321" name="Google Shape;321;p15"/>
          <p:cNvSpPr/>
          <p:nvPr/>
        </p:nvSpPr>
        <p:spPr>
          <a:xfrm>
            <a:off x="-104775" y="1657350"/>
            <a:ext cx="399950" cy="1543050"/>
          </a:xfrm>
          <a:custGeom>
            <a:avLst/>
            <a:gdLst/>
            <a:ahLst/>
            <a:cxnLst/>
            <a:rect l="l" t="t" r="r" b="b"/>
            <a:pathLst>
              <a:path w="15998" h="61722" extrusionOk="0">
                <a:moveTo>
                  <a:pt x="0" y="0"/>
                </a:moveTo>
                <a:cubicBezTo>
                  <a:pt x="3513" y="0"/>
                  <a:pt x="5688" y="4214"/>
                  <a:pt x="8001" y="6858"/>
                </a:cubicBezTo>
                <a:cubicBezTo>
                  <a:pt x="14412" y="14184"/>
                  <a:pt x="16829" y="25392"/>
                  <a:pt x="15621" y="35052"/>
                </a:cubicBezTo>
                <a:cubicBezTo>
                  <a:pt x="14343" y="45275"/>
                  <a:pt x="5715" y="53150"/>
                  <a:pt x="0" y="61722"/>
                </a:cubicBezTo>
              </a:path>
            </a:pathLst>
          </a:cu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CUSTOM_12"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16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>
                <a:latin typeface="Mulish"/>
                <a:ea typeface="Mulish"/>
                <a:cs typeface="Mulish"/>
                <a:sym typeface="Mulish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>
                <a:latin typeface="Mulish"/>
                <a:ea typeface="Mulish"/>
                <a:cs typeface="Mulish"/>
                <a:sym typeface="Mulish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>
                <a:latin typeface="Mulish"/>
                <a:ea typeface="Mulish"/>
                <a:cs typeface="Mulish"/>
                <a:sym typeface="Mulish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>
                <a:latin typeface="Mulish"/>
                <a:ea typeface="Mulish"/>
                <a:cs typeface="Mulish"/>
                <a:sym typeface="Mulish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>
                <a:latin typeface="Mulish"/>
                <a:ea typeface="Mulish"/>
                <a:cs typeface="Mulish"/>
                <a:sym typeface="Mulish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>
                <a:latin typeface="Mulish"/>
                <a:ea typeface="Mulish"/>
                <a:cs typeface="Mulish"/>
                <a:sym typeface="Mulish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>
                <a:latin typeface="Mulish"/>
                <a:ea typeface="Mulish"/>
                <a:cs typeface="Mulish"/>
                <a:sym typeface="Mulish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>
                <a:latin typeface="Mulish"/>
                <a:ea typeface="Mulish"/>
                <a:cs typeface="Mulish"/>
                <a:sym typeface="Mulish"/>
              </a:defRPr>
            </a:lvl9pPr>
          </a:lstStyle>
          <a:p>
            <a:endParaRPr/>
          </a:p>
        </p:txBody>
      </p:sp>
      <p:sp>
        <p:nvSpPr>
          <p:cNvPr id="324" name="Google Shape;324;p16"/>
          <p:cNvSpPr/>
          <p:nvPr/>
        </p:nvSpPr>
        <p:spPr>
          <a:xfrm>
            <a:off x="7368134" y="4351441"/>
            <a:ext cx="1994950" cy="1068275"/>
          </a:xfrm>
          <a:custGeom>
            <a:avLst/>
            <a:gdLst/>
            <a:ahLst/>
            <a:cxnLst/>
            <a:rect l="l" t="t" r="r" b="b"/>
            <a:pathLst>
              <a:path w="79798" h="42731" extrusionOk="0">
                <a:moveTo>
                  <a:pt x="550" y="42731"/>
                </a:moveTo>
                <a:cubicBezTo>
                  <a:pt x="-556" y="33883"/>
                  <a:pt x="-300" y="23212"/>
                  <a:pt x="5503" y="16442"/>
                </a:cubicBezTo>
                <a:cubicBezTo>
                  <a:pt x="13080" y="7602"/>
                  <a:pt x="25328" y="3104"/>
                  <a:pt x="36745" y="821"/>
                </a:cubicBezTo>
                <a:cubicBezTo>
                  <a:pt x="48254" y="-1481"/>
                  <a:pt x="61870" y="1490"/>
                  <a:pt x="71035" y="8822"/>
                </a:cubicBezTo>
                <a:cubicBezTo>
                  <a:pt x="74404" y="11517"/>
                  <a:pt x="79798" y="14033"/>
                  <a:pt x="79798" y="18347"/>
                </a:cubicBezTo>
              </a:path>
            </a:pathLst>
          </a:cu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325" name="Google Shape;325;p16"/>
          <p:cNvSpPr/>
          <p:nvPr/>
        </p:nvSpPr>
        <p:spPr>
          <a:xfrm>
            <a:off x="6578050" y="3700846"/>
            <a:ext cx="2448050" cy="1652200"/>
          </a:xfrm>
          <a:custGeom>
            <a:avLst/>
            <a:gdLst/>
            <a:ahLst/>
            <a:cxnLst/>
            <a:rect l="l" t="t" r="r" b="b"/>
            <a:pathLst>
              <a:path w="97922" h="66088" extrusionOk="0">
                <a:moveTo>
                  <a:pt x="3197" y="64183"/>
                </a:moveTo>
                <a:cubicBezTo>
                  <a:pt x="324" y="52692"/>
                  <a:pt x="-3268" y="36293"/>
                  <a:pt x="5864" y="28750"/>
                </a:cubicBezTo>
                <a:cubicBezTo>
                  <a:pt x="11825" y="23826"/>
                  <a:pt x="20622" y="22629"/>
                  <a:pt x="28343" y="23035"/>
                </a:cubicBezTo>
                <a:cubicBezTo>
                  <a:pt x="33820" y="23323"/>
                  <a:pt x="40163" y="27601"/>
                  <a:pt x="44726" y="24559"/>
                </a:cubicBezTo>
                <a:cubicBezTo>
                  <a:pt x="50139" y="20950"/>
                  <a:pt x="52002" y="13580"/>
                  <a:pt x="56918" y="9319"/>
                </a:cubicBezTo>
                <a:cubicBezTo>
                  <a:pt x="64264" y="2953"/>
                  <a:pt x="75242" y="-1553"/>
                  <a:pt x="84731" y="556"/>
                </a:cubicBezTo>
                <a:cubicBezTo>
                  <a:pt x="93004" y="2394"/>
                  <a:pt x="99984" y="14614"/>
                  <a:pt x="97304" y="22654"/>
                </a:cubicBezTo>
                <a:cubicBezTo>
                  <a:pt x="94562" y="30879"/>
                  <a:pt x="87465" y="36998"/>
                  <a:pt x="83588" y="44752"/>
                </a:cubicBezTo>
                <a:cubicBezTo>
                  <a:pt x="80335" y="51258"/>
                  <a:pt x="80887" y="66088"/>
                  <a:pt x="88160" y="66088"/>
                </a:cubicBezTo>
              </a:path>
            </a:pathLst>
          </a:cu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sp>
      <p:grpSp>
        <p:nvGrpSpPr>
          <p:cNvPr id="326" name="Google Shape;326;p16"/>
          <p:cNvGrpSpPr/>
          <p:nvPr/>
        </p:nvGrpSpPr>
        <p:grpSpPr>
          <a:xfrm flipH="1">
            <a:off x="8430775" y="298000"/>
            <a:ext cx="241500" cy="241500"/>
            <a:chOff x="-1752450" y="4362450"/>
            <a:chExt cx="241500" cy="241500"/>
          </a:xfrm>
        </p:grpSpPr>
        <p:sp>
          <p:nvSpPr>
            <p:cNvPr id="327" name="Google Shape;327;p16"/>
            <p:cNvSpPr/>
            <p:nvPr/>
          </p:nvSpPr>
          <p:spPr>
            <a:xfrm>
              <a:off x="-1752450" y="4362450"/>
              <a:ext cx="114300" cy="2415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" name="Google Shape;328;p16"/>
            <p:cNvSpPr/>
            <p:nvPr/>
          </p:nvSpPr>
          <p:spPr>
            <a:xfrm rot="5400000">
              <a:off x="-1688850" y="4298850"/>
              <a:ext cx="114300" cy="2415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29" name="Google Shape;329;p16"/>
          <p:cNvGrpSpPr/>
          <p:nvPr/>
        </p:nvGrpSpPr>
        <p:grpSpPr>
          <a:xfrm>
            <a:off x="713225" y="298000"/>
            <a:ext cx="742950" cy="76200"/>
            <a:chOff x="2647950" y="4676775"/>
            <a:chExt cx="742950" cy="76200"/>
          </a:xfrm>
        </p:grpSpPr>
        <p:sp>
          <p:nvSpPr>
            <p:cNvPr id="330" name="Google Shape;330;p16"/>
            <p:cNvSpPr/>
            <p:nvPr/>
          </p:nvSpPr>
          <p:spPr>
            <a:xfrm>
              <a:off x="2647950" y="4676775"/>
              <a:ext cx="76200" cy="762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" name="Google Shape;331;p16"/>
            <p:cNvSpPr/>
            <p:nvPr/>
          </p:nvSpPr>
          <p:spPr>
            <a:xfrm>
              <a:off x="2870200" y="4676775"/>
              <a:ext cx="76200" cy="762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" name="Google Shape;332;p16"/>
            <p:cNvSpPr/>
            <p:nvPr/>
          </p:nvSpPr>
          <p:spPr>
            <a:xfrm>
              <a:off x="3092450" y="4676775"/>
              <a:ext cx="76200" cy="762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" name="Google Shape;333;p16"/>
            <p:cNvSpPr/>
            <p:nvPr/>
          </p:nvSpPr>
          <p:spPr>
            <a:xfrm>
              <a:off x="3314700" y="4676775"/>
              <a:ext cx="76200" cy="762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34" name="Google Shape;334;p16"/>
          <p:cNvSpPr txBox="1">
            <a:spLocks noGrp="1"/>
          </p:cNvSpPr>
          <p:nvPr>
            <p:ph type="subTitle" idx="1"/>
          </p:nvPr>
        </p:nvSpPr>
        <p:spPr>
          <a:xfrm>
            <a:off x="713225" y="1213625"/>
            <a:ext cx="7717500" cy="3387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◇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cxnSp>
        <p:nvCxnSpPr>
          <p:cNvPr id="335" name="Google Shape;335;p16"/>
          <p:cNvCxnSpPr/>
          <p:nvPr/>
        </p:nvCxnSpPr>
        <p:spPr>
          <a:xfrm rot="10800000" flipH="1">
            <a:off x="-36775" y="-117025"/>
            <a:ext cx="846300" cy="13554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36" name="Google Shape;336;p16"/>
          <p:cNvCxnSpPr/>
          <p:nvPr/>
        </p:nvCxnSpPr>
        <p:spPr>
          <a:xfrm rot="10800000" flipH="1">
            <a:off x="-52450" y="-46650"/>
            <a:ext cx="1649700" cy="4905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37" name="Google Shape;337;p16"/>
          <p:cNvSpPr/>
          <p:nvPr/>
        </p:nvSpPr>
        <p:spPr>
          <a:xfrm>
            <a:off x="-62700" y="-47475"/>
            <a:ext cx="542575" cy="1115275"/>
          </a:xfrm>
          <a:custGeom>
            <a:avLst/>
            <a:gdLst/>
            <a:ahLst/>
            <a:cxnLst/>
            <a:rect l="l" t="t" r="r" b="b"/>
            <a:pathLst>
              <a:path w="21703" h="44611" extrusionOk="0">
                <a:moveTo>
                  <a:pt x="0" y="28457"/>
                </a:moveTo>
                <a:cubicBezTo>
                  <a:pt x="2093" y="33686"/>
                  <a:pt x="3083" y="40002"/>
                  <a:pt x="7360" y="43666"/>
                </a:cubicBezTo>
                <a:cubicBezTo>
                  <a:pt x="10646" y="46482"/>
                  <a:pt x="16898" y="42305"/>
                  <a:pt x="19380" y="38760"/>
                </a:cubicBezTo>
                <a:cubicBezTo>
                  <a:pt x="23696" y="32596"/>
                  <a:pt x="20805" y="23658"/>
                  <a:pt x="19871" y="16191"/>
                </a:cubicBezTo>
                <a:cubicBezTo>
                  <a:pt x="19200" y="10830"/>
                  <a:pt x="15315" y="3820"/>
                  <a:pt x="19135" y="0"/>
                </a:cubicBezTo>
              </a:path>
            </a:pathLst>
          </a:cu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>
  <p:cSld name="CUSTOM_13"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17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3636600" cy="1146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340" name="Google Shape;340;p17"/>
          <p:cNvSpPr txBox="1">
            <a:spLocks noGrp="1"/>
          </p:cNvSpPr>
          <p:nvPr>
            <p:ph type="subTitle" idx="1"/>
          </p:nvPr>
        </p:nvSpPr>
        <p:spPr>
          <a:xfrm>
            <a:off x="713225" y="1686100"/>
            <a:ext cx="3636600" cy="230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mo"/>
              <a:buAutoNum type="alphaLcPeriod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mo"/>
              <a:buAutoNum type="romanLcPeriod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mo"/>
              <a:buAutoNum type="arabicPeriod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mo"/>
              <a:buAutoNum type="alphaLcPeriod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mo"/>
              <a:buAutoNum type="romanLcPeriod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mo"/>
              <a:buAutoNum type="arabicPeriod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mo"/>
              <a:buAutoNum type="alphaLcPeriod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mo"/>
              <a:buAutoNum type="romanLcPeriod"/>
              <a:defRPr/>
            </a:lvl9pPr>
          </a:lstStyle>
          <a:p>
            <a:endParaRPr/>
          </a:p>
        </p:txBody>
      </p:sp>
      <p:sp>
        <p:nvSpPr>
          <p:cNvPr id="341" name="Google Shape;341;p17"/>
          <p:cNvSpPr/>
          <p:nvPr/>
        </p:nvSpPr>
        <p:spPr>
          <a:xfrm>
            <a:off x="6711325" y="4156379"/>
            <a:ext cx="2346825" cy="1066725"/>
          </a:xfrm>
          <a:custGeom>
            <a:avLst/>
            <a:gdLst/>
            <a:ahLst/>
            <a:cxnLst/>
            <a:rect l="l" t="t" r="r" b="b"/>
            <a:pathLst>
              <a:path w="93873" h="42669" extrusionOk="0">
                <a:moveTo>
                  <a:pt x="0" y="40952"/>
                </a:moveTo>
                <a:cubicBezTo>
                  <a:pt x="0" y="31778"/>
                  <a:pt x="1525" y="21108"/>
                  <a:pt x="8013" y="14622"/>
                </a:cubicBezTo>
                <a:cubicBezTo>
                  <a:pt x="18300" y="4337"/>
                  <a:pt x="35320" y="3448"/>
                  <a:pt x="49798" y="2029"/>
                </a:cubicBezTo>
                <a:cubicBezTo>
                  <a:pt x="56840" y="1339"/>
                  <a:pt x="64113" y="-1118"/>
                  <a:pt x="70977" y="598"/>
                </a:cubicBezTo>
                <a:cubicBezTo>
                  <a:pt x="86466" y="4471"/>
                  <a:pt x="93873" y="26703"/>
                  <a:pt x="93873" y="42669"/>
                </a:cubicBezTo>
              </a:path>
            </a:pathLst>
          </a:cu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342" name="Google Shape;342;p17"/>
          <p:cNvSpPr/>
          <p:nvPr/>
        </p:nvSpPr>
        <p:spPr>
          <a:xfrm>
            <a:off x="7222778" y="-78700"/>
            <a:ext cx="1999925" cy="1674250"/>
          </a:xfrm>
          <a:custGeom>
            <a:avLst/>
            <a:gdLst/>
            <a:ahLst/>
            <a:cxnLst/>
            <a:rect l="l" t="t" r="r" b="b"/>
            <a:pathLst>
              <a:path w="79997" h="66970" extrusionOk="0">
                <a:moveTo>
                  <a:pt x="5586" y="0"/>
                </a:moveTo>
                <a:cubicBezTo>
                  <a:pt x="3346" y="8002"/>
                  <a:pt x="-444" y="16039"/>
                  <a:pt x="148" y="24327"/>
                </a:cubicBezTo>
                <a:cubicBezTo>
                  <a:pt x="1192" y="38951"/>
                  <a:pt x="12802" y="52777"/>
                  <a:pt x="25334" y="60387"/>
                </a:cubicBezTo>
                <a:cubicBezTo>
                  <a:pt x="33330" y="65243"/>
                  <a:pt x="43460" y="66457"/>
                  <a:pt x="52808" y="66111"/>
                </a:cubicBezTo>
                <a:cubicBezTo>
                  <a:pt x="61869" y="65776"/>
                  <a:pt x="73585" y="60558"/>
                  <a:pt x="79997" y="66970"/>
                </a:cubicBezTo>
              </a:path>
            </a:pathLst>
          </a:cu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sp>
      <p:cxnSp>
        <p:nvCxnSpPr>
          <p:cNvPr id="343" name="Google Shape;343;p17"/>
          <p:cNvCxnSpPr/>
          <p:nvPr/>
        </p:nvCxnSpPr>
        <p:spPr>
          <a:xfrm rot="10800000" flipH="1">
            <a:off x="-292000" y="-82425"/>
            <a:ext cx="1527300" cy="15873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44" name="Google Shape;344;p17"/>
          <p:cNvSpPr/>
          <p:nvPr/>
        </p:nvSpPr>
        <p:spPr>
          <a:xfrm>
            <a:off x="-209625" y="-22450"/>
            <a:ext cx="2605425" cy="653050"/>
          </a:xfrm>
          <a:custGeom>
            <a:avLst/>
            <a:gdLst/>
            <a:ahLst/>
            <a:cxnLst/>
            <a:rect l="l" t="t" r="r" b="b"/>
            <a:pathLst>
              <a:path w="104217" h="26122" extrusionOk="0">
                <a:moveTo>
                  <a:pt x="0" y="14374"/>
                </a:moveTo>
                <a:cubicBezTo>
                  <a:pt x="2431" y="18021"/>
                  <a:pt x="7351" y="19236"/>
                  <a:pt x="11380" y="20963"/>
                </a:cubicBezTo>
                <a:cubicBezTo>
                  <a:pt x="24198" y="26457"/>
                  <a:pt x="39169" y="26889"/>
                  <a:pt x="53007" y="25156"/>
                </a:cubicBezTo>
                <a:cubicBezTo>
                  <a:pt x="71878" y="22792"/>
                  <a:pt x="85199" y="0"/>
                  <a:pt x="104217" y="0"/>
                </a:cubicBezTo>
              </a:path>
            </a:pathLst>
          </a:cu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345" name="Google Shape;345;p17"/>
          <p:cNvSpPr/>
          <p:nvPr/>
        </p:nvSpPr>
        <p:spPr>
          <a:xfrm>
            <a:off x="8882006" y="1001700"/>
            <a:ext cx="376475" cy="1330800"/>
          </a:xfrm>
          <a:custGeom>
            <a:avLst/>
            <a:gdLst/>
            <a:ahLst/>
            <a:cxnLst/>
            <a:rect l="l" t="t" r="r" b="b"/>
            <a:pathLst>
              <a:path w="15059" h="53232" extrusionOk="0">
                <a:moveTo>
                  <a:pt x="14772" y="0"/>
                </a:moveTo>
                <a:cubicBezTo>
                  <a:pt x="11801" y="0"/>
                  <a:pt x="9838" y="3538"/>
                  <a:pt x="8190" y="6010"/>
                </a:cubicBezTo>
                <a:cubicBezTo>
                  <a:pt x="4637" y="11337"/>
                  <a:pt x="973" y="17115"/>
                  <a:pt x="176" y="23468"/>
                </a:cubicBezTo>
                <a:cubicBezTo>
                  <a:pt x="-871" y="31822"/>
                  <a:pt x="3593" y="40576"/>
                  <a:pt x="8762" y="47222"/>
                </a:cubicBezTo>
                <a:cubicBezTo>
                  <a:pt x="10544" y="49512"/>
                  <a:pt x="12157" y="53232"/>
                  <a:pt x="15059" y="53232"/>
                </a:cubicBezTo>
              </a:path>
            </a:pathLst>
          </a:cu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sp>
      <p:grpSp>
        <p:nvGrpSpPr>
          <p:cNvPr id="346" name="Google Shape;346;p17"/>
          <p:cNvGrpSpPr/>
          <p:nvPr/>
        </p:nvGrpSpPr>
        <p:grpSpPr>
          <a:xfrm flipH="1">
            <a:off x="8430775" y="298000"/>
            <a:ext cx="241500" cy="241500"/>
            <a:chOff x="-1752450" y="4362450"/>
            <a:chExt cx="241500" cy="241500"/>
          </a:xfrm>
        </p:grpSpPr>
        <p:sp>
          <p:nvSpPr>
            <p:cNvPr id="347" name="Google Shape;347;p17"/>
            <p:cNvSpPr/>
            <p:nvPr/>
          </p:nvSpPr>
          <p:spPr>
            <a:xfrm>
              <a:off x="-1752450" y="4362450"/>
              <a:ext cx="114300" cy="2415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" name="Google Shape;348;p17"/>
            <p:cNvSpPr/>
            <p:nvPr/>
          </p:nvSpPr>
          <p:spPr>
            <a:xfrm rot="5400000">
              <a:off x="-1688850" y="4298850"/>
              <a:ext cx="114300" cy="2415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49" name="Google Shape;349;p17"/>
          <p:cNvGrpSpPr/>
          <p:nvPr/>
        </p:nvGrpSpPr>
        <p:grpSpPr>
          <a:xfrm>
            <a:off x="713225" y="4724100"/>
            <a:ext cx="742950" cy="76200"/>
            <a:chOff x="2647950" y="4676775"/>
            <a:chExt cx="742950" cy="76200"/>
          </a:xfrm>
        </p:grpSpPr>
        <p:sp>
          <p:nvSpPr>
            <p:cNvPr id="350" name="Google Shape;350;p17"/>
            <p:cNvSpPr/>
            <p:nvPr/>
          </p:nvSpPr>
          <p:spPr>
            <a:xfrm>
              <a:off x="2647950" y="4676775"/>
              <a:ext cx="76200" cy="762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" name="Google Shape;351;p17"/>
            <p:cNvSpPr/>
            <p:nvPr/>
          </p:nvSpPr>
          <p:spPr>
            <a:xfrm>
              <a:off x="2870200" y="4676775"/>
              <a:ext cx="76200" cy="762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" name="Google Shape;352;p17"/>
            <p:cNvSpPr/>
            <p:nvPr/>
          </p:nvSpPr>
          <p:spPr>
            <a:xfrm>
              <a:off x="3092450" y="4676775"/>
              <a:ext cx="76200" cy="762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" name="Google Shape;353;p17"/>
            <p:cNvSpPr/>
            <p:nvPr/>
          </p:nvSpPr>
          <p:spPr>
            <a:xfrm>
              <a:off x="3314700" y="4676775"/>
              <a:ext cx="76200" cy="762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6"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18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356" name="Google Shape;356;p18"/>
          <p:cNvSpPr txBox="1">
            <a:spLocks noGrp="1"/>
          </p:cNvSpPr>
          <p:nvPr>
            <p:ph type="subTitle" idx="1"/>
          </p:nvPr>
        </p:nvSpPr>
        <p:spPr>
          <a:xfrm>
            <a:off x="937625" y="2602291"/>
            <a:ext cx="2175300" cy="150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357" name="Google Shape;357;p18"/>
          <p:cNvSpPr txBox="1">
            <a:spLocks noGrp="1"/>
          </p:cNvSpPr>
          <p:nvPr>
            <p:ph type="subTitle" idx="2"/>
          </p:nvPr>
        </p:nvSpPr>
        <p:spPr>
          <a:xfrm>
            <a:off x="3484347" y="2602291"/>
            <a:ext cx="2175300" cy="150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358" name="Google Shape;358;p18"/>
          <p:cNvSpPr txBox="1">
            <a:spLocks noGrp="1"/>
          </p:cNvSpPr>
          <p:nvPr>
            <p:ph type="subTitle" idx="3"/>
          </p:nvPr>
        </p:nvSpPr>
        <p:spPr>
          <a:xfrm>
            <a:off x="6031075" y="2602291"/>
            <a:ext cx="2175300" cy="150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359" name="Google Shape;359;p18"/>
          <p:cNvSpPr txBox="1">
            <a:spLocks noGrp="1"/>
          </p:cNvSpPr>
          <p:nvPr>
            <p:ph type="subTitle" idx="4"/>
          </p:nvPr>
        </p:nvSpPr>
        <p:spPr>
          <a:xfrm>
            <a:off x="937625" y="2279858"/>
            <a:ext cx="21753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Goldman"/>
              <a:buNone/>
              <a:defRPr sz="2100">
                <a:solidFill>
                  <a:schemeClr val="lt1"/>
                </a:solidFill>
                <a:latin typeface="Goldman"/>
                <a:ea typeface="Goldman"/>
                <a:cs typeface="Goldman"/>
                <a:sym typeface="Goldman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Goldman"/>
              <a:buNone/>
              <a:defRPr sz="2100">
                <a:solidFill>
                  <a:schemeClr val="lt1"/>
                </a:solidFill>
                <a:latin typeface="Goldman"/>
                <a:ea typeface="Goldman"/>
                <a:cs typeface="Goldman"/>
                <a:sym typeface="Goldman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Goldman"/>
              <a:buNone/>
              <a:defRPr sz="2100">
                <a:solidFill>
                  <a:schemeClr val="lt1"/>
                </a:solidFill>
                <a:latin typeface="Goldman"/>
                <a:ea typeface="Goldman"/>
                <a:cs typeface="Goldman"/>
                <a:sym typeface="Goldman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Goldman"/>
              <a:buNone/>
              <a:defRPr sz="2100">
                <a:solidFill>
                  <a:schemeClr val="lt1"/>
                </a:solidFill>
                <a:latin typeface="Goldman"/>
                <a:ea typeface="Goldman"/>
                <a:cs typeface="Goldman"/>
                <a:sym typeface="Goldman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Goldman"/>
              <a:buNone/>
              <a:defRPr sz="2100">
                <a:solidFill>
                  <a:schemeClr val="lt1"/>
                </a:solidFill>
                <a:latin typeface="Goldman"/>
                <a:ea typeface="Goldman"/>
                <a:cs typeface="Goldman"/>
                <a:sym typeface="Goldman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Goldman"/>
              <a:buNone/>
              <a:defRPr sz="2100">
                <a:solidFill>
                  <a:schemeClr val="lt1"/>
                </a:solidFill>
                <a:latin typeface="Goldman"/>
                <a:ea typeface="Goldman"/>
                <a:cs typeface="Goldman"/>
                <a:sym typeface="Goldman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Goldman"/>
              <a:buNone/>
              <a:defRPr sz="2100">
                <a:solidFill>
                  <a:schemeClr val="lt1"/>
                </a:solidFill>
                <a:latin typeface="Goldman"/>
                <a:ea typeface="Goldman"/>
                <a:cs typeface="Goldman"/>
                <a:sym typeface="Goldman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Goldman"/>
              <a:buNone/>
              <a:defRPr sz="2100">
                <a:solidFill>
                  <a:schemeClr val="lt1"/>
                </a:solidFill>
                <a:latin typeface="Goldman"/>
                <a:ea typeface="Goldman"/>
                <a:cs typeface="Goldman"/>
                <a:sym typeface="Goldman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Goldman"/>
              <a:buNone/>
              <a:defRPr sz="2100">
                <a:solidFill>
                  <a:schemeClr val="lt1"/>
                </a:solidFill>
                <a:latin typeface="Goldman"/>
                <a:ea typeface="Goldman"/>
                <a:cs typeface="Goldman"/>
                <a:sym typeface="Goldman"/>
              </a:defRPr>
            </a:lvl9pPr>
          </a:lstStyle>
          <a:p>
            <a:endParaRPr/>
          </a:p>
        </p:txBody>
      </p:sp>
      <p:sp>
        <p:nvSpPr>
          <p:cNvPr id="360" name="Google Shape;360;p18"/>
          <p:cNvSpPr txBox="1">
            <a:spLocks noGrp="1"/>
          </p:cNvSpPr>
          <p:nvPr>
            <p:ph type="subTitle" idx="5"/>
          </p:nvPr>
        </p:nvSpPr>
        <p:spPr>
          <a:xfrm>
            <a:off x="3484350" y="2279858"/>
            <a:ext cx="21753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Goldman"/>
              <a:buNone/>
              <a:defRPr sz="2100">
                <a:solidFill>
                  <a:schemeClr val="lt1"/>
                </a:solidFill>
                <a:latin typeface="Goldman"/>
                <a:ea typeface="Goldman"/>
                <a:cs typeface="Goldman"/>
                <a:sym typeface="Goldman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Goldman"/>
              <a:buNone/>
              <a:defRPr sz="2100">
                <a:solidFill>
                  <a:schemeClr val="lt1"/>
                </a:solidFill>
                <a:latin typeface="Goldman"/>
                <a:ea typeface="Goldman"/>
                <a:cs typeface="Goldman"/>
                <a:sym typeface="Goldman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Goldman"/>
              <a:buNone/>
              <a:defRPr sz="2100">
                <a:solidFill>
                  <a:schemeClr val="lt1"/>
                </a:solidFill>
                <a:latin typeface="Goldman"/>
                <a:ea typeface="Goldman"/>
                <a:cs typeface="Goldman"/>
                <a:sym typeface="Goldman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Goldman"/>
              <a:buNone/>
              <a:defRPr sz="2100">
                <a:solidFill>
                  <a:schemeClr val="lt1"/>
                </a:solidFill>
                <a:latin typeface="Goldman"/>
                <a:ea typeface="Goldman"/>
                <a:cs typeface="Goldman"/>
                <a:sym typeface="Goldman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Goldman"/>
              <a:buNone/>
              <a:defRPr sz="2100">
                <a:solidFill>
                  <a:schemeClr val="lt1"/>
                </a:solidFill>
                <a:latin typeface="Goldman"/>
                <a:ea typeface="Goldman"/>
                <a:cs typeface="Goldman"/>
                <a:sym typeface="Goldman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Goldman"/>
              <a:buNone/>
              <a:defRPr sz="2100">
                <a:solidFill>
                  <a:schemeClr val="lt1"/>
                </a:solidFill>
                <a:latin typeface="Goldman"/>
                <a:ea typeface="Goldman"/>
                <a:cs typeface="Goldman"/>
                <a:sym typeface="Goldman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Goldman"/>
              <a:buNone/>
              <a:defRPr sz="2100">
                <a:solidFill>
                  <a:schemeClr val="lt1"/>
                </a:solidFill>
                <a:latin typeface="Goldman"/>
                <a:ea typeface="Goldman"/>
                <a:cs typeface="Goldman"/>
                <a:sym typeface="Goldman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Goldman"/>
              <a:buNone/>
              <a:defRPr sz="2100">
                <a:solidFill>
                  <a:schemeClr val="lt1"/>
                </a:solidFill>
                <a:latin typeface="Goldman"/>
                <a:ea typeface="Goldman"/>
                <a:cs typeface="Goldman"/>
                <a:sym typeface="Goldman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Goldman"/>
              <a:buNone/>
              <a:defRPr sz="2100">
                <a:solidFill>
                  <a:schemeClr val="lt1"/>
                </a:solidFill>
                <a:latin typeface="Goldman"/>
                <a:ea typeface="Goldman"/>
                <a:cs typeface="Goldman"/>
                <a:sym typeface="Goldman"/>
              </a:defRPr>
            </a:lvl9pPr>
          </a:lstStyle>
          <a:p>
            <a:endParaRPr/>
          </a:p>
        </p:txBody>
      </p:sp>
      <p:sp>
        <p:nvSpPr>
          <p:cNvPr id="361" name="Google Shape;361;p18"/>
          <p:cNvSpPr txBox="1">
            <a:spLocks noGrp="1"/>
          </p:cNvSpPr>
          <p:nvPr>
            <p:ph type="subTitle" idx="6"/>
          </p:nvPr>
        </p:nvSpPr>
        <p:spPr>
          <a:xfrm>
            <a:off x="6031075" y="2279858"/>
            <a:ext cx="21753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Goldman"/>
              <a:buNone/>
              <a:defRPr sz="2100">
                <a:solidFill>
                  <a:schemeClr val="lt1"/>
                </a:solidFill>
                <a:latin typeface="Goldman"/>
                <a:ea typeface="Goldman"/>
                <a:cs typeface="Goldman"/>
                <a:sym typeface="Goldman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Goldman"/>
              <a:buNone/>
              <a:defRPr sz="2100">
                <a:solidFill>
                  <a:schemeClr val="lt1"/>
                </a:solidFill>
                <a:latin typeface="Goldman"/>
                <a:ea typeface="Goldman"/>
                <a:cs typeface="Goldman"/>
                <a:sym typeface="Goldman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Goldman"/>
              <a:buNone/>
              <a:defRPr sz="2100">
                <a:solidFill>
                  <a:schemeClr val="lt1"/>
                </a:solidFill>
                <a:latin typeface="Goldman"/>
                <a:ea typeface="Goldman"/>
                <a:cs typeface="Goldman"/>
                <a:sym typeface="Goldman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Goldman"/>
              <a:buNone/>
              <a:defRPr sz="2100">
                <a:solidFill>
                  <a:schemeClr val="lt1"/>
                </a:solidFill>
                <a:latin typeface="Goldman"/>
                <a:ea typeface="Goldman"/>
                <a:cs typeface="Goldman"/>
                <a:sym typeface="Goldman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Goldman"/>
              <a:buNone/>
              <a:defRPr sz="2100">
                <a:solidFill>
                  <a:schemeClr val="lt1"/>
                </a:solidFill>
                <a:latin typeface="Goldman"/>
                <a:ea typeface="Goldman"/>
                <a:cs typeface="Goldman"/>
                <a:sym typeface="Goldman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Goldman"/>
              <a:buNone/>
              <a:defRPr sz="2100">
                <a:solidFill>
                  <a:schemeClr val="lt1"/>
                </a:solidFill>
                <a:latin typeface="Goldman"/>
                <a:ea typeface="Goldman"/>
                <a:cs typeface="Goldman"/>
                <a:sym typeface="Goldman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Goldman"/>
              <a:buNone/>
              <a:defRPr sz="2100">
                <a:solidFill>
                  <a:schemeClr val="lt1"/>
                </a:solidFill>
                <a:latin typeface="Goldman"/>
                <a:ea typeface="Goldman"/>
                <a:cs typeface="Goldman"/>
                <a:sym typeface="Goldman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Goldman"/>
              <a:buNone/>
              <a:defRPr sz="2100">
                <a:solidFill>
                  <a:schemeClr val="lt1"/>
                </a:solidFill>
                <a:latin typeface="Goldman"/>
                <a:ea typeface="Goldman"/>
                <a:cs typeface="Goldman"/>
                <a:sym typeface="Goldman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Goldman"/>
              <a:buNone/>
              <a:defRPr sz="2100">
                <a:solidFill>
                  <a:schemeClr val="lt1"/>
                </a:solidFill>
                <a:latin typeface="Goldman"/>
                <a:ea typeface="Goldman"/>
                <a:cs typeface="Goldman"/>
                <a:sym typeface="Goldman"/>
              </a:defRPr>
            </a:lvl9pPr>
          </a:lstStyle>
          <a:p>
            <a:endParaRPr/>
          </a:p>
        </p:txBody>
      </p:sp>
      <p:grpSp>
        <p:nvGrpSpPr>
          <p:cNvPr id="362" name="Google Shape;362;p18"/>
          <p:cNvGrpSpPr/>
          <p:nvPr/>
        </p:nvGrpSpPr>
        <p:grpSpPr>
          <a:xfrm flipH="1">
            <a:off x="8430775" y="298000"/>
            <a:ext cx="241500" cy="241500"/>
            <a:chOff x="-1752450" y="4362450"/>
            <a:chExt cx="241500" cy="241500"/>
          </a:xfrm>
        </p:grpSpPr>
        <p:sp>
          <p:nvSpPr>
            <p:cNvPr id="363" name="Google Shape;363;p18"/>
            <p:cNvSpPr/>
            <p:nvPr/>
          </p:nvSpPr>
          <p:spPr>
            <a:xfrm>
              <a:off x="-1752450" y="4362450"/>
              <a:ext cx="114300" cy="2415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" name="Google Shape;364;p18"/>
            <p:cNvSpPr/>
            <p:nvPr/>
          </p:nvSpPr>
          <p:spPr>
            <a:xfrm rot="5400000">
              <a:off x="-1688850" y="4298850"/>
              <a:ext cx="114300" cy="2415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65" name="Google Shape;365;p18"/>
          <p:cNvGrpSpPr/>
          <p:nvPr/>
        </p:nvGrpSpPr>
        <p:grpSpPr>
          <a:xfrm>
            <a:off x="7685525" y="4803325"/>
            <a:ext cx="742950" cy="76200"/>
            <a:chOff x="2647950" y="4676775"/>
            <a:chExt cx="742950" cy="76200"/>
          </a:xfrm>
        </p:grpSpPr>
        <p:sp>
          <p:nvSpPr>
            <p:cNvPr id="366" name="Google Shape;366;p18"/>
            <p:cNvSpPr/>
            <p:nvPr/>
          </p:nvSpPr>
          <p:spPr>
            <a:xfrm>
              <a:off x="2647950" y="4676775"/>
              <a:ext cx="76200" cy="762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" name="Google Shape;367;p18"/>
            <p:cNvSpPr/>
            <p:nvPr/>
          </p:nvSpPr>
          <p:spPr>
            <a:xfrm>
              <a:off x="2870200" y="4676775"/>
              <a:ext cx="76200" cy="762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" name="Google Shape;368;p18"/>
            <p:cNvSpPr/>
            <p:nvPr/>
          </p:nvSpPr>
          <p:spPr>
            <a:xfrm>
              <a:off x="3092450" y="4676775"/>
              <a:ext cx="76200" cy="762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" name="Google Shape;369;p18"/>
            <p:cNvSpPr/>
            <p:nvPr/>
          </p:nvSpPr>
          <p:spPr>
            <a:xfrm>
              <a:off x="3314700" y="4676775"/>
              <a:ext cx="76200" cy="762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70" name="Google Shape;370;p18"/>
          <p:cNvSpPr/>
          <p:nvPr/>
        </p:nvSpPr>
        <p:spPr>
          <a:xfrm>
            <a:off x="3373650" y="4879525"/>
            <a:ext cx="2286000" cy="611475"/>
          </a:xfrm>
          <a:custGeom>
            <a:avLst/>
            <a:gdLst/>
            <a:ahLst/>
            <a:cxnLst/>
            <a:rect l="l" t="t" r="r" b="b"/>
            <a:pathLst>
              <a:path w="91440" h="24459" extrusionOk="0">
                <a:moveTo>
                  <a:pt x="0" y="24459"/>
                </a:moveTo>
                <a:cubicBezTo>
                  <a:pt x="10950" y="13509"/>
                  <a:pt x="24596" y="2378"/>
                  <a:pt x="40005" y="837"/>
                </a:cubicBezTo>
                <a:cubicBezTo>
                  <a:pt x="48854" y="-48"/>
                  <a:pt x="58095" y="-741"/>
                  <a:pt x="66675" y="1599"/>
                </a:cubicBezTo>
                <a:cubicBezTo>
                  <a:pt x="76575" y="4299"/>
                  <a:pt x="84184" y="12631"/>
                  <a:pt x="91440" y="19887"/>
                </a:cubicBezTo>
              </a:path>
            </a:pathLst>
          </a:cu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371" name="Google Shape;371;p18"/>
          <p:cNvSpPr/>
          <p:nvPr/>
        </p:nvSpPr>
        <p:spPr>
          <a:xfrm>
            <a:off x="4724400" y="4978634"/>
            <a:ext cx="1409700" cy="545875"/>
          </a:xfrm>
          <a:custGeom>
            <a:avLst/>
            <a:gdLst/>
            <a:ahLst/>
            <a:cxnLst/>
            <a:rect l="l" t="t" r="r" b="b"/>
            <a:pathLst>
              <a:path w="56388" h="21835" extrusionOk="0">
                <a:moveTo>
                  <a:pt x="0" y="12310"/>
                </a:moveTo>
                <a:cubicBezTo>
                  <a:pt x="3100" y="12310"/>
                  <a:pt x="5097" y="8778"/>
                  <a:pt x="7620" y="6976"/>
                </a:cubicBezTo>
                <a:cubicBezTo>
                  <a:pt x="13112" y="3053"/>
                  <a:pt x="19941" y="636"/>
                  <a:pt x="26670" y="118"/>
                </a:cubicBezTo>
                <a:cubicBezTo>
                  <a:pt x="38903" y="-823"/>
                  <a:pt x="50901" y="10861"/>
                  <a:pt x="56388" y="21835"/>
                </a:cubicBezTo>
              </a:path>
            </a:pathLst>
          </a:cu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372" name="Google Shape;372;p18"/>
          <p:cNvSpPr/>
          <p:nvPr/>
        </p:nvSpPr>
        <p:spPr>
          <a:xfrm>
            <a:off x="8950451" y="1990725"/>
            <a:ext cx="679325" cy="1381125"/>
          </a:xfrm>
          <a:custGeom>
            <a:avLst/>
            <a:gdLst/>
            <a:ahLst/>
            <a:cxnLst/>
            <a:rect l="l" t="t" r="r" b="b"/>
            <a:pathLst>
              <a:path w="27173" h="55245" extrusionOk="0">
                <a:moveTo>
                  <a:pt x="19934" y="0"/>
                </a:moveTo>
                <a:cubicBezTo>
                  <a:pt x="13396" y="0"/>
                  <a:pt x="5713" y="3677"/>
                  <a:pt x="2789" y="9525"/>
                </a:cubicBezTo>
                <a:cubicBezTo>
                  <a:pt x="105" y="14894"/>
                  <a:pt x="-765" y="21660"/>
                  <a:pt x="884" y="27432"/>
                </a:cubicBezTo>
                <a:cubicBezTo>
                  <a:pt x="3390" y="36205"/>
                  <a:pt x="11578" y="42317"/>
                  <a:pt x="18029" y="48768"/>
                </a:cubicBezTo>
                <a:cubicBezTo>
                  <a:pt x="20670" y="51409"/>
                  <a:pt x="25503" y="51904"/>
                  <a:pt x="27173" y="55245"/>
                </a:cubicBezTo>
              </a:path>
            </a:pathLst>
          </a:cu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373" name="Google Shape;373;p18"/>
          <p:cNvSpPr/>
          <p:nvPr/>
        </p:nvSpPr>
        <p:spPr>
          <a:xfrm>
            <a:off x="-219075" y="4181475"/>
            <a:ext cx="1114425" cy="1209675"/>
          </a:xfrm>
          <a:custGeom>
            <a:avLst/>
            <a:gdLst/>
            <a:ahLst/>
            <a:cxnLst/>
            <a:rect l="l" t="t" r="r" b="b"/>
            <a:pathLst>
              <a:path w="44577" h="48387" extrusionOk="0">
                <a:moveTo>
                  <a:pt x="0" y="0"/>
                </a:moveTo>
                <a:cubicBezTo>
                  <a:pt x="8213" y="1643"/>
                  <a:pt x="13128" y="10461"/>
                  <a:pt x="19050" y="16383"/>
                </a:cubicBezTo>
                <a:cubicBezTo>
                  <a:pt x="28699" y="26032"/>
                  <a:pt x="40262" y="35441"/>
                  <a:pt x="44577" y="48387"/>
                </a:cubicBezTo>
              </a:path>
            </a:pathLst>
          </a:cu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374" name="Google Shape;374;p18"/>
          <p:cNvSpPr/>
          <p:nvPr/>
        </p:nvSpPr>
        <p:spPr>
          <a:xfrm>
            <a:off x="-119600" y="3781425"/>
            <a:ext cx="685800" cy="1895475"/>
          </a:xfrm>
          <a:custGeom>
            <a:avLst/>
            <a:gdLst/>
            <a:ahLst/>
            <a:cxnLst/>
            <a:rect l="l" t="t" r="r" b="b"/>
            <a:pathLst>
              <a:path w="27432" h="75819" extrusionOk="0">
                <a:moveTo>
                  <a:pt x="0" y="0"/>
                </a:moveTo>
                <a:cubicBezTo>
                  <a:pt x="8891" y="8891"/>
                  <a:pt x="12792" y="22268"/>
                  <a:pt x="14859" y="34671"/>
                </a:cubicBezTo>
                <a:cubicBezTo>
                  <a:pt x="15883" y="40814"/>
                  <a:pt x="14097" y="47112"/>
                  <a:pt x="14097" y="53340"/>
                </a:cubicBezTo>
                <a:cubicBezTo>
                  <a:pt x="14097" y="62052"/>
                  <a:pt x="19167" y="73064"/>
                  <a:pt x="27432" y="75819"/>
                </a:cubicBezTo>
              </a:path>
            </a:pathLst>
          </a:cu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375" name="Google Shape;375;p18"/>
          <p:cNvSpPr/>
          <p:nvPr/>
        </p:nvSpPr>
        <p:spPr>
          <a:xfrm>
            <a:off x="-161925" y="-104775"/>
            <a:ext cx="1228725" cy="914400"/>
          </a:xfrm>
          <a:custGeom>
            <a:avLst/>
            <a:gdLst/>
            <a:ahLst/>
            <a:cxnLst/>
            <a:rect l="l" t="t" r="r" b="b"/>
            <a:pathLst>
              <a:path w="49149" h="36576" extrusionOk="0">
                <a:moveTo>
                  <a:pt x="0" y="36576"/>
                </a:moveTo>
                <a:cubicBezTo>
                  <a:pt x="7953" y="36576"/>
                  <a:pt x="17856" y="35047"/>
                  <a:pt x="22479" y="28575"/>
                </a:cubicBezTo>
                <a:cubicBezTo>
                  <a:pt x="30052" y="17973"/>
                  <a:pt x="36120" y="0"/>
                  <a:pt x="49149" y="0"/>
                </a:cubicBezTo>
              </a:path>
            </a:pathLst>
          </a:cu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376" name="Google Shape;376;p18"/>
          <p:cNvSpPr/>
          <p:nvPr/>
        </p:nvSpPr>
        <p:spPr>
          <a:xfrm>
            <a:off x="-114300" y="-238125"/>
            <a:ext cx="857250" cy="914400"/>
          </a:xfrm>
          <a:custGeom>
            <a:avLst/>
            <a:gdLst/>
            <a:ahLst/>
            <a:cxnLst/>
            <a:rect l="l" t="t" r="r" b="b"/>
            <a:pathLst>
              <a:path w="34290" h="36576" extrusionOk="0">
                <a:moveTo>
                  <a:pt x="0" y="36576"/>
                </a:moveTo>
                <a:cubicBezTo>
                  <a:pt x="5425" y="36576"/>
                  <a:pt x="11851" y="35098"/>
                  <a:pt x="15240" y="30861"/>
                </a:cubicBezTo>
                <a:cubicBezTo>
                  <a:pt x="22792" y="21421"/>
                  <a:pt x="23477" y="5406"/>
                  <a:pt x="34290" y="0"/>
                </a:cubicBezTo>
              </a:path>
            </a:pathLst>
          </a:cu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CUSTOM_5">
    <p:spTree>
      <p:nvGrpSpPr>
        <p:cNvPr id="1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19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379" name="Google Shape;379;p19"/>
          <p:cNvSpPr txBox="1">
            <a:spLocks noGrp="1"/>
          </p:cNvSpPr>
          <p:nvPr>
            <p:ph type="subTitle" idx="1"/>
          </p:nvPr>
        </p:nvSpPr>
        <p:spPr>
          <a:xfrm>
            <a:off x="1451225" y="1859924"/>
            <a:ext cx="2938500" cy="85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380" name="Google Shape;380;p19"/>
          <p:cNvSpPr txBox="1">
            <a:spLocks noGrp="1"/>
          </p:cNvSpPr>
          <p:nvPr>
            <p:ph type="subTitle" idx="2"/>
          </p:nvPr>
        </p:nvSpPr>
        <p:spPr>
          <a:xfrm>
            <a:off x="5492283" y="1859924"/>
            <a:ext cx="2938500" cy="85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381" name="Google Shape;381;p19"/>
          <p:cNvSpPr txBox="1">
            <a:spLocks noGrp="1"/>
          </p:cNvSpPr>
          <p:nvPr>
            <p:ph type="subTitle" idx="3"/>
          </p:nvPr>
        </p:nvSpPr>
        <p:spPr>
          <a:xfrm>
            <a:off x="1451225" y="3592399"/>
            <a:ext cx="2938500" cy="85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382" name="Google Shape;382;p19"/>
          <p:cNvSpPr txBox="1">
            <a:spLocks noGrp="1"/>
          </p:cNvSpPr>
          <p:nvPr>
            <p:ph type="subTitle" idx="4"/>
          </p:nvPr>
        </p:nvSpPr>
        <p:spPr>
          <a:xfrm>
            <a:off x="5492283" y="3592399"/>
            <a:ext cx="2938500" cy="85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383" name="Google Shape;383;p19"/>
          <p:cNvSpPr txBox="1">
            <a:spLocks noGrp="1"/>
          </p:cNvSpPr>
          <p:nvPr>
            <p:ph type="subTitle" idx="5"/>
          </p:nvPr>
        </p:nvSpPr>
        <p:spPr>
          <a:xfrm>
            <a:off x="1451213" y="1531325"/>
            <a:ext cx="29385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Goldman"/>
              <a:buNone/>
              <a:defRPr sz="2100">
                <a:solidFill>
                  <a:schemeClr val="lt1"/>
                </a:solidFill>
                <a:latin typeface="Goldman"/>
                <a:ea typeface="Goldman"/>
                <a:cs typeface="Goldman"/>
                <a:sym typeface="Goldman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Goldman"/>
              <a:buNone/>
              <a:defRPr sz="2100">
                <a:solidFill>
                  <a:schemeClr val="lt1"/>
                </a:solidFill>
                <a:latin typeface="Goldman"/>
                <a:ea typeface="Goldman"/>
                <a:cs typeface="Goldman"/>
                <a:sym typeface="Goldman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Goldman"/>
              <a:buNone/>
              <a:defRPr sz="2100">
                <a:solidFill>
                  <a:schemeClr val="lt1"/>
                </a:solidFill>
                <a:latin typeface="Goldman"/>
                <a:ea typeface="Goldman"/>
                <a:cs typeface="Goldman"/>
                <a:sym typeface="Goldman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Goldman"/>
              <a:buNone/>
              <a:defRPr sz="2100">
                <a:solidFill>
                  <a:schemeClr val="lt1"/>
                </a:solidFill>
                <a:latin typeface="Goldman"/>
                <a:ea typeface="Goldman"/>
                <a:cs typeface="Goldman"/>
                <a:sym typeface="Goldman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Goldman"/>
              <a:buNone/>
              <a:defRPr sz="2100">
                <a:solidFill>
                  <a:schemeClr val="lt1"/>
                </a:solidFill>
                <a:latin typeface="Goldman"/>
                <a:ea typeface="Goldman"/>
                <a:cs typeface="Goldman"/>
                <a:sym typeface="Goldman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Goldman"/>
              <a:buNone/>
              <a:defRPr sz="2100">
                <a:solidFill>
                  <a:schemeClr val="lt1"/>
                </a:solidFill>
                <a:latin typeface="Goldman"/>
                <a:ea typeface="Goldman"/>
                <a:cs typeface="Goldman"/>
                <a:sym typeface="Goldman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Goldman"/>
              <a:buNone/>
              <a:defRPr sz="2100">
                <a:solidFill>
                  <a:schemeClr val="lt1"/>
                </a:solidFill>
                <a:latin typeface="Goldman"/>
                <a:ea typeface="Goldman"/>
                <a:cs typeface="Goldman"/>
                <a:sym typeface="Goldman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Goldman"/>
              <a:buNone/>
              <a:defRPr sz="2100">
                <a:solidFill>
                  <a:schemeClr val="lt1"/>
                </a:solidFill>
                <a:latin typeface="Goldman"/>
                <a:ea typeface="Goldman"/>
                <a:cs typeface="Goldman"/>
                <a:sym typeface="Goldman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Goldman"/>
              <a:buNone/>
              <a:defRPr sz="2100">
                <a:solidFill>
                  <a:schemeClr val="lt1"/>
                </a:solidFill>
                <a:latin typeface="Goldman"/>
                <a:ea typeface="Goldman"/>
                <a:cs typeface="Goldman"/>
                <a:sym typeface="Goldman"/>
              </a:defRPr>
            </a:lvl9pPr>
          </a:lstStyle>
          <a:p>
            <a:endParaRPr/>
          </a:p>
        </p:txBody>
      </p:sp>
      <p:sp>
        <p:nvSpPr>
          <p:cNvPr id="384" name="Google Shape;384;p19"/>
          <p:cNvSpPr txBox="1">
            <a:spLocks noGrp="1"/>
          </p:cNvSpPr>
          <p:nvPr>
            <p:ph type="subTitle" idx="6"/>
          </p:nvPr>
        </p:nvSpPr>
        <p:spPr>
          <a:xfrm>
            <a:off x="1451225" y="3271425"/>
            <a:ext cx="29385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Goldman"/>
              <a:buNone/>
              <a:defRPr sz="2100">
                <a:solidFill>
                  <a:schemeClr val="lt1"/>
                </a:solidFill>
                <a:latin typeface="Goldman"/>
                <a:ea typeface="Goldman"/>
                <a:cs typeface="Goldman"/>
                <a:sym typeface="Goldman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Goldman"/>
              <a:buNone/>
              <a:defRPr sz="2100">
                <a:solidFill>
                  <a:schemeClr val="lt1"/>
                </a:solidFill>
                <a:latin typeface="Goldman"/>
                <a:ea typeface="Goldman"/>
                <a:cs typeface="Goldman"/>
                <a:sym typeface="Goldman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Goldman"/>
              <a:buNone/>
              <a:defRPr sz="2100">
                <a:solidFill>
                  <a:schemeClr val="lt1"/>
                </a:solidFill>
                <a:latin typeface="Goldman"/>
                <a:ea typeface="Goldman"/>
                <a:cs typeface="Goldman"/>
                <a:sym typeface="Goldman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Goldman"/>
              <a:buNone/>
              <a:defRPr sz="2100">
                <a:solidFill>
                  <a:schemeClr val="lt1"/>
                </a:solidFill>
                <a:latin typeface="Goldman"/>
                <a:ea typeface="Goldman"/>
                <a:cs typeface="Goldman"/>
                <a:sym typeface="Goldman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Goldman"/>
              <a:buNone/>
              <a:defRPr sz="2100">
                <a:solidFill>
                  <a:schemeClr val="lt1"/>
                </a:solidFill>
                <a:latin typeface="Goldman"/>
                <a:ea typeface="Goldman"/>
                <a:cs typeface="Goldman"/>
                <a:sym typeface="Goldman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Goldman"/>
              <a:buNone/>
              <a:defRPr sz="2100">
                <a:solidFill>
                  <a:schemeClr val="lt1"/>
                </a:solidFill>
                <a:latin typeface="Goldman"/>
                <a:ea typeface="Goldman"/>
                <a:cs typeface="Goldman"/>
                <a:sym typeface="Goldman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Goldman"/>
              <a:buNone/>
              <a:defRPr sz="2100">
                <a:solidFill>
                  <a:schemeClr val="lt1"/>
                </a:solidFill>
                <a:latin typeface="Goldman"/>
                <a:ea typeface="Goldman"/>
                <a:cs typeface="Goldman"/>
                <a:sym typeface="Goldman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Goldman"/>
              <a:buNone/>
              <a:defRPr sz="2100">
                <a:solidFill>
                  <a:schemeClr val="lt1"/>
                </a:solidFill>
                <a:latin typeface="Goldman"/>
                <a:ea typeface="Goldman"/>
                <a:cs typeface="Goldman"/>
                <a:sym typeface="Goldman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Goldman"/>
              <a:buNone/>
              <a:defRPr sz="2100">
                <a:solidFill>
                  <a:schemeClr val="lt1"/>
                </a:solidFill>
                <a:latin typeface="Goldman"/>
                <a:ea typeface="Goldman"/>
                <a:cs typeface="Goldman"/>
                <a:sym typeface="Goldman"/>
              </a:defRPr>
            </a:lvl9pPr>
          </a:lstStyle>
          <a:p>
            <a:endParaRPr/>
          </a:p>
        </p:txBody>
      </p:sp>
      <p:sp>
        <p:nvSpPr>
          <p:cNvPr id="385" name="Google Shape;385;p19"/>
          <p:cNvSpPr txBox="1">
            <a:spLocks noGrp="1"/>
          </p:cNvSpPr>
          <p:nvPr>
            <p:ph type="subTitle" idx="7"/>
          </p:nvPr>
        </p:nvSpPr>
        <p:spPr>
          <a:xfrm>
            <a:off x="5492253" y="1531325"/>
            <a:ext cx="29385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Goldman"/>
              <a:buNone/>
              <a:defRPr sz="2100">
                <a:solidFill>
                  <a:schemeClr val="lt1"/>
                </a:solidFill>
                <a:latin typeface="Goldman"/>
                <a:ea typeface="Goldman"/>
                <a:cs typeface="Goldman"/>
                <a:sym typeface="Goldman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Goldman"/>
              <a:buNone/>
              <a:defRPr sz="2100">
                <a:solidFill>
                  <a:schemeClr val="lt1"/>
                </a:solidFill>
                <a:latin typeface="Goldman"/>
                <a:ea typeface="Goldman"/>
                <a:cs typeface="Goldman"/>
                <a:sym typeface="Goldman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Goldman"/>
              <a:buNone/>
              <a:defRPr sz="2100">
                <a:solidFill>
                  <a:schemeClr val="lt1"/>
                </a:solidFill>
                <a:latin typeface="Goldman"/>
                <a:ea typeface="Goldman"/>
                <a:cs typeface="Goldman"/>
                <a:sym typeface="Goldman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Goldman"/>
              <a:buNone/>
              <a:defRPr sz="2100">
                <a:solidFill>
                  <a:schemeClr val="lt1"/>
                </a:solidFill>
                <a:latin typeface="Goldman"/>
                <a:ea typeface="Goldman"/>
                <a:cs typeface="Goldman"/>
                <a:sym typeface="Goldman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Goldman"/>
              <a:buNone/>
              <a:defRPr sz="2100">
                <a:solidFill>
                  <a:schemeClr val="lt1"/>
                </a:solidFill>
                <a:latin typeface="Goldman"/>
                <a:ea typeface="Goldman"/>
                <a:cs typeface="Goldman"/>
                <a:sym typeface="Goldman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Goldman"/>
              <a:buNone/>
              <a:defRPr sz="2100">
                <a:solidFill>
                  <a:schemeClr val="lt1"/>
                </a:solidFill>
                <a:latin typeface="Goldman"/>
                <a:ea typeface="Goldman"/>
                <a:cs typeface="Goldman"/>
                <a:sym typeface="Goldman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Goldman"/>
              <a:buNone/>
              <a:defRPr sz="2100">
                <a:solidFill>
                  <a:schemeClr val="lt1"/>
                </a:solidFill>
                <a:latin typeface="Goldman"/>
                <a:ea typeface="Goldman"/>
                <a:cs typeface="Goldman"/>
                <a:sym typeface="Goldman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Goldman"/>
              <a:buNone/>
              <a:defRPr sz="2100">
                <a:solidFill>
                  <a:schemeClr val="lt1"/>
                </a:solidFill>
                <a:latin typeface="Goldman"/>
                <a:ea typeface="Goldman"/>
                <a:cs typeface="Goldman"/>
                <a:sym typeface="Goldman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Goldman"/>
              <a:buNone/>
              <a:defRPr sz="2100">
                <a:solidFill>
                  <a:schemeClr val="lt1"/>
                </a:solidFill>
                <a:latin typeface="Goldman"/>
                <a:ea typeface="Goldman"/>
                <a:cs typeface="Goldman"/>
                <a:sym typeface="Goldman"/>
              </a:defRPr>
            </a:lvl9pPr>
          </a:lstStyle>
          <a:p>
            <a:endParaRPr/>
          </a:p>
        </p:txBody>
      </p:sp>
      <p:sp>
        <p:nvSpPr>
          <p:cNvPr id="386" name="Google Shape;386;p19"/>
          <p:cNvSpPr txBox="1">
            <a:spLocks noGrp="1"/>
          </p:cNvSpPr>
          <p:nvPr>
            <p:ph type="subTitle" idx="8"/>
          </p:nvPr>
        </p:nvSpPr>
        <p:spPr>
          <a:xfrm>
            <a:off x="5492257" y="3271425"/>
            <a:ext cx="29385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Goldman"/>
              <a:buNone/>
              <a:defRPr sz="2100">
                <a:solidFill>
                  <a:schemeClr val="lt1"/>
                </a:solidFill>
                <a:latin typeface="Goldman"/>
                <a:ea typeface="Goldman"/>
                <a:cs typeface="Goldman"/>
                <a:sym typeface="Goldman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Goldman"/>
              <a:buNone/>
              <a:defRPr sz="2100">
                <a:solidFill>
                  <a:schemeClr val="lt1"/>
                </a:solidFill>
                <a:latin typeface="Goldman"/>
                <a:ea typeface="Goldman"/>
                <a:cs typeface="Goldman"/>
                <a:sym typeface="Goldman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Goldman"/>
              <a:buNone/>
              <a:defRPr sz="2100">
                <a:solidFill>
                  <a:schemeClr val="lt1"/>
                </a:solidFill>
                <a:latin typeface="Goldman"/>
                <a:ea typeface="Goldman"/>
                <a:cs typeface="Goldman"/>
                <a:sym typeface="Goldman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Goldman"/>
              <a:buNone/>
              <a:defRPr sz="2100">
                <a:solidFill>
                  <a:schemeClr val="lt1"/>
                </a:solidFill>
                <a:latin typeface="Goldman"/>
                <a:ea typeface="Goldman"/>
                <a:cs typeface="Goldman"/>
                <a:sym typeface="Goldman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Goldman"/>
              <a:buNone/>
              <a:defRPr sz="2100">
                <a:solidFill>
                  <a:schemeClr val="lt1"/>
                </a:solidFill>
                <a:latin typeface="Goldman"/>
                <a:ea typeface="Goldman"/>
                <a:cs typeface="Goldman"/>
                <a:sym typeface="Goldman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Goldman"/>
              <a:buNone/>
              <a:defRPr sz="2100">
                <a:solidFill>
                  <a:schemeClr val="lt1"/>
                </a:solidFill>
                <a:latin typeface="Goldman"/>
                <a:ea typeface="Goldman"/>
                <a:cs typeface="Goldman"/>
                <a:sym typeface="Goldman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Goldman"/>
              <a:buNone/>
              <a:defRPr sz="2100">
                <a:solidFill>
                  <a:schemeClr val="lt1"/>
                </a:solidFill>
                <a:latin typeface="Goldman"/>
                <a:ea typeface="Goldman"/>
                <a:cs typeface="Goldman"/>
                <a:sym typeface="Goldman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Goldman"/>
              <a:buNone/>
              <a:defRPr sz="2100">
                <a:solidFill>
                  <a:schemeClr val="lt1"/>
                </a:solidFill>
                <a:latin typeface="Goldman"/>
                <a:ea typeface="Goldman"/>
                <a:cs typeface="Goldman"/>
                <a:sym typeface="Goldman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Goldman"/>
              <a:buNone/>
              <a:defRPr sz="2100">
                <a:solidFill>
                  <a:schemeClr val="lt1"/>
                </a:solidFill>
                <a:latin typeface="Goldman"/>
                <a:ea typeface="Goldman"/>
                <a:cs typeface="Goldman"/>
                <a:sym typeface="Goldman"/>
              </a:defRPr>
            </a:lvl9pPr>
          </a:lstStyle>
          <a:p>
            <a:endParaRPr/>
          </a:p>
        </p:txBody>
      </p:sp>
      <p:sp>
        <p:nvSpPr>
          <p:cNvPr id="387" name="Google Shape;387;p19"/>
          <p:cNvSpPr/>
          <p:nvPr/>
        </p:nvSpPr>
        <p:spPr>
          <a:xfrm>
            <a:off x="-533400" y="4267200"/>
            <a:ext cx="962025" cy="1200150"/>
          </a:xfrm>
          <a:custGeom>
            <a:avLst/>
            <a:gdLst/>
            <a:ahLst/>
            <a:cxnLst/>
            <a:rect l="l" t="t" r="r" b="b"/>
            <a:pathLst>
              <a:path w="38481" h="48006" extrusionOk="0">
                <a:moveTo>
                  <a:pt x="0" y="0"/>
                </a:moveTo>
                <a:cubicBezTo>
                  <a:pt x="12200" y="3050"/>
                  <a:pt x="23382" y="12378"/>
                  <a:pt x="29718" y="23241"/>
                </a:cubicBezTo>
                <a:cubicBezTo>
                  <a:pt x="34130" y="30805"/>
                  <a:pt x="34565" y="40174"/>
                  <a:pt x="38481" y="48006"/>
                </a:cubicBezTo>
              </a:path>
            </a:pathLst>
          </a:cu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388" name="Google Shape;388;p19"/>
          <p:cNvSpPr/>
          <p:nvPr/>
        </p:nvSpPr>
        <p:spPr>
          <a:xfrm>
            <a:off x="-533400" y="4689681"/>
            <a:ext cx="1581150" cy="777675"/>
          </a:xfrm>
          <a:custGeom>
            <a:avLst/>
            <a:gdLst/>
            <a:ahLst/>
            <a:cxnLst/>
            <a:rect l="l" t="t" r="r" b="b"/>
            <a:pathLst>
              <a:path w="63246" h="31107" extrusionOk="0">
                <a:moveTo>
                  <a:pt x="0" y="10119"/>
                </a:moveTo>
                <a:cubicBezTo>
                  <a:pt x="4954" y="7147"/>
                  <a:pt x="8874" y="1995"/>
                  <a:pt x="14478" y="594"/>
                </a:cubicBezTo>
                <a:cubicBezTo>
                  <a:pt x="20963" y="-1027"/>
                  <a:pt x="29183" y="821"/>
                  <a:pt x="33909" y="5547"/>
                </a:cubicBezTo>
                <a:cubicBezTo>
                  <a:pt x="40450" y="12088"/>
                  <a:pt x="46078" y="19767"/>
                  <a:pt x="53721" y="24978"/>
                </a:cubicBezTo>
                <a:cubicBezTo>
                  <a:pt x="56780" y="27064"/>
                  <a:pt x="59934" y="32349"/>
                  <a:pt x="63246" y="30693"/>
                </a:cubicBezTo>
              </a:path>
            </a:pathLst>
          </a:cu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389" name="Google Shape;389;p19"/>
          <p:cNvSpPr/>
          <p:nvPr/>
        </p:nvSpPr>
        <p:spPr>
          <a:xfrm>
            <a:off x="8894575" y="2670040"/>
            <a:ext cx="630425" cy="1964775"/>
          </a:xfrm>
          <a:custGeom>
            <a:avLst/>
            <a:gdLst/>
            <a:ahLst/>
            <a:cxnLst/>
            <a:rect l="l" t="t" r="r" b="b"/>
            <a:pathLst>
              <a:path w="25217" h="78591" extrusionOk="0">
                <a:moveTo>
                  <a:pt x="17978" y="486"/>
                </a:moveTo>
                <a:cubicBezTo>
                  <a:pt x="15184" y="486"/>
                  <a:pt x="12190" y="-552"/>
                  <a:pt x="9596" y="486"/>
                </a:cubicBezTo>
                <a:cubicBezTo>
                  <a:pt x="6002" y="1924"/>
                  <a:pt x="4226" y="6099"/>
                  <a:pt x="1976" y="9249"/>
                </a:cubicBezTo>
                <a:cubicBezTo>
                  <a:pt x="-3052" y="16289"/>
                  <a:pt x="3500" y="26506"/>
                  <a:pt x="3500" y="35157"/>
                </a:cubicBezTo>
                <a:cubicBezTo>
                  <a:pt x="3500" y="41021"/>
                  <a:pt x="291" y="47066"/>
                  <a:pt x="1976" y="52683"/>
                </a:cubicBezTo>
                <a:cubicBezTo>
                  <a:pt x="4377" y="60688"/>
                  <a:pt x="10546" y="67373"/>
                  <a:pt x="16835" y="72876"/>
                </a:cubicBezTo>
                <a:cubicBezTo>
                  <a:pt x="19380" y="75103"/>
                  <a:pt x="23341" y="75777"/>
                  <a:pt x="25217" y="78591"/>
                </a:cubicBezTo>
              </a:path>
            </a:pathLst>
          </a:cu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390" name="Google Shape;390;p19"/>
          <p:cNvSpPr/>
          <p:nvPr/>
        </p:nvSpPr>
        <p:spPr>
          <a:xfrm>
            <a:off x="8676586" y="2962275"/>
            <a:ext cx="734125" cy="2476500"/>
          </a:xfrm>
          <a:custGeom>
            <a:avLst/>
            <a:gdLst/>
            <a:ahLst/>
            <a:cxnLst/>
            <a:rect l="l" t="t" r="r" b="b"/>
            <a:pathLst>
              <a:path w="29365" h="99060" extrusionOk="0">
                <a:moveTo>
                  <a:pt x="29365" y="0"/>
                </a:moveTo>
                <a:cubicBezTo>
                  <a:pt x="16156" y="0"/>
                  <a:pt x="2999" y="14099"/>
                  <a:pt x="409" y="27051"/>
                </a:cubicBezTo>
                <a:cubicBezTo>
                  <a:pt x="-2144" y="39814"/>
                  <a:pt x="9998" y="51504"/>
                  <a:pt x="11839" y="64389"/>
                </a:cubicBezTo>
                <a:cubicBezTo>
                  <a:pt x="12792" y="71057"/>
                  <a:pt x="14451" y="78105"/>
                  <a:pt x="12601" y="84582"/>
                </a:cubicBezTo>
                <a:cubicBezTo>
                  <a:pt x="11162" y="89617"/>
                  <a:pt x="8161" y="94092"/>
                  <a:pt x="6505" y="99060"/>
                </a:cubicBezTo>
              </a:path>
            </a:pathLst>
          </a:cu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391" name="Google Shape;391;p19"/>
          <p:cNvSpPr/>
          <p:nvPr/>
        </p:nvSpPr>
        <p:spPr>
          <a:xfrm>
            <a:off x="4429125" y="-422100"/>
            <a:ext cx="2381250" cy="796300"/>
          </a:xfrm>
          <a:custGeom>
            <a:avLst/>
            <a:gdLst/>
            <a:ahLst/>
            <a:cxnLst/>
            <a:rect l="l" t="t" r="r" b="b"/>
            <a:pathLst>
              <a:path w="95250" h="31852" extrusionOk="0">
                <a:moveTo>
                  <a:pt x="0" y="2667"/>
                </a:moveTo>
                <a:cubicBezTo>
                  <a:pt x="12952" y="18209"/>
                  <a:pt x="33192" y="33455"/>
                  <a:pt x="53340" y="31623"/>
                </a:cubicBezTo>
                <a:cubicBezTo>
                  <a:pt x="63804" y="30672"/>
                  <a:pt x="73128" y="23830"/>
                  <a:pt x="81534" y="17526"/>
                </a:cubicBezTo>
                <a:cubicBezTo>
                  <a:pt x="84082" y="15615"/>
                  <a:pt x="88045" y="15968"/>
                  <a:pt x="90297" y="13716"/>
                </a:cubicBezTo>
                <a:cubicBezTo>
                  <a:pt x="93734" y="10279"/>
                  <a:pt x="95250" y="4861"/>
                  <a:pt x="95250" y="0"/>
                </a:cubicBezTo>
              </a:path>
            </a:pathLst>
          </a:cu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392" name="Google Shape;392;p19"/>
          <p:cNvSpPr/>
          <p:nvPr/>
        </p:nvSpPr>
        <p:spPr>
          <a:xfrm>
            <a:off x="5591175" y="-161925"/>
            <a:ext cx="2400300" cy="716325"/>
          </a:xfrm>
          <a:custGeom>
            <a:avLst/>
            <a:gdLst/>
            <a:ahLst/>
            <a:cxnLst/>
            <a:rect l="l" t="t" r="r" b="b"/>
            <a:pathLst>
              <a:path w="96012" h="28653" extrusionOk="0">
                <a:moveTo>
                  <a:pt x="0" y="0"/>
                </a:moveTo>
                <a:cubicBezTo>
                  <a:pt x="14156" y="7078"/>
                  <a:pt x="22751" y="26065"/>
                  <a:pt x="38481" y="27813"/>
                </a:cubicBezTo>
                <a:cubicBezTo>
                  <a:pt x="45182" y="28558"/>
                  <a:pt x="52644" y="29685"/>
                  <a:pt x="58674" y="26670"/>
                </a:cubicBezTo>
                <a:cubicBezTo>
                  <a:pt x="66951" y="22532"/>
                  <a:pt x="71989" y="13810"/>
                  <a:pt x="78867" y="7620"/>
                </a:cubicBezTo>
                <a:cubicBezTo>
                  <a:pt x="83408" y="3533"/>
                  <a:pt x="91692" y="5463"/>
                  <a:pt x="96012" y="1143"/>
                </a:cubicBezTo>
              </a:path>
            </a:pathLst>
          </a:cu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sp>
      <p:grpSp>
        <p:nvGrpSpPr>
          <p:cNvPr id="393" name="Google Shape;393;p19"/>
          <p:cNvGrpSpPr/>
          <p:nvPr/>
        </p:nvGrpSpPr>
        <p:grpSpPr>
          <a:xfrm flipH="1">
            <a:off x="7687825" y="298000"/>
            <a:ext cx="742950" cy="76200"/>
            <a:chOff x="2647950" y="4676775"/>
            <a:chExt cx="742950" cy="76200"/>
          </a:xfrm>
        </p:grpSpPr>
        <p:sp>
          <p:nvSpPr>
            <p:cNvPr id="394" name="Google Shape;394;p19"/>
            <p:cNvSpPr/>
            <p:nvPr/>
          </p:nvSpPr>
          <p:spPr>
            <a:xfrm>
              <a:off x="2647950" y="4676775"/>
              <a:ext cx="76200" cy="762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" name="Google Shape;395;p19"/>
            <p:cNvSpPr/>
            <p:nvPr/>
          </p:nvSpPr>
          <p:spPr>
            <a:xfrm>
              <a:off x="2870200" y="4676775"/>
              <a:ext cx="76200" cy="762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" name="Google Shape;396;p19"/>
            <p:cNvSpPr/>
            <p:nvPr/>
          </p:nvSpPr>
          <p:spPr>
            <a:xfrm>
              <a:off x="3092450" y="4676775"/>
              <a:ext cx="76200" cy="762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" name="Google Shape;397;p19"/>
            <p:cNvSpPr/>
            <p:nvPr/>
          </p:nvSpPr>
          <p:spPr>
            <a:xfrm>
              <a:off x="3314700" y="4676775"/>
              <a:ext cx="76200" cy="762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98" name="Google Shape;398;p19"/>
          <p:cNvGrpSpPr/>
          <p:nvPr/>
        </p:nvGrpSpPr>
        <p:grpSpPr>
          <a:xfrm>
            <a:off x="471725" y="298000"/>
            <a:ext cx="241500" cy="241500"/>
            <a:chOff x="-1752450" y="4362450"/>
            <a:chExt cx="241500" cy="241500"/>
          </a:xfrm>
        </p:grpSpPr>
        <p:sp>
          <p:nvSpPr>
            <p:cNvPr id="399" name="Google Shape;399;p19"/>
            <p:cNvSpPr/>
            <p:nvPr/>
          </p:nvSpPr>
          <p:spPr>
            <a:xfrm>
              <a:off x="-1752450" y="4362450"/>
              <a:ext cx="114300" cy="2415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" name="Google Shape;400;p19"/>
            <p:cNvSpPr/>
            <p:nvPr/>
          </p:nvSpPr>
          <p:spPr>
            <a:xfrm rot="5400000">
              <a:off x="-1688850" y="4298850"/>
              <a:ext cx="114300" cy="2415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CUSTOM_7">
    <p:spTree>
      <p:nvGrpSpPr>
        <p:cNvPr id="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20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403" name="Google Shape;403;p20"/>
          <p:cNvSpPr txBox="1">
            <a:spLocks noGrp="1"/>
          </p:cNvSpPr>
          <p:nvPr>
            <p:ph type="subTitle" idx="1"/>
          </p:nvPr>
        </p:nvSpPr>
        <p:spPr>
          <a:xfrm>
            <a:off x="3389404" y="1204900"/>
            <a:ext cx="5036400" cy="50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04" name="Google Shape;404;p20"/>
          <p:cNvSpPr txBox="1">
            <a:spLocks noGrp="1"/>
          </p:cNvSpPr>
          <p:nvPr>
            <p:ph type="subTitle" idx="2"/>
          </p:nvPr>
        </p:nvSpPr>
        <p:spPr>
          <a:xfrm>
            <a:off x="3389404" y="1783036"/>
            <a:ext cx="5036400" cy="50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05" name="Google Shape;405;p20"/>
          <p:cNvSpPr txBox="1">
            <a:spLocks noGrp="1"/>
          </p:cNvSpPr>
          <p:nvPr>
            <p:ph type="subTitle" idx="3"/>
          </p:nvPr>
        </p:nvSpPr>
        <p:spPr>
          <a:xfrm>
            <a:off x="3389404" y="2939307"/>
            <a:ext cx="5041500" cy="50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06" name="Google Shape;406;p20"/>
          <p:cNvSpPr txBox="1">
            <a:spLocks noGrp="1"/>
          </p:cNvSpPr>
          <p:nvPr>
            <p:ph type="subTitle" idx="4"/>
          </p:nvPr>
        </p:nvSpPr>
        <p:spPr>
          <a:xfrm>
            <a:off x="3389404" y="3517442"/>
            <a:ext cx="5041500" cy="50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07" name="Google Shape;407;p20"/>
          <p:cNvSpPr txBox="1">
            <a:spLocks noGrp="1"/>
          </p:cNvSpPr>
          <p:nvPr>
            <p:ph type="subTitle" idx="5"/>
          </p:nvPr>
        </p:nvSpPr>
        <p:spPr>
          <a:xfrm>
            <a:off x="3389404" y="2361171"/>
            <a:ext cx="5041500" cy="50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08" name="Google Shape;408;p20"/>
          <p:cNvSpPr txBox="1">
            <a:spLocks noGrp="1"/>
          </p:cNvSpPr>
          <p:nvPr>
            <p:ph type="subTitle" idx="6"/>
          </p:nvPr>
        </p:nvSpPr>
        <p:spPr>
          <a:xfrm>
            <a:off x="3389401" y="4095578"/>
            <a:ext cx="5041500" cy="50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09" name="Google Shape;409;p20"/>
          <p:cNvSpPr txBox="1">
            <a:spLocks noGrp="1"/>
          </p:cNvSpPr>
          <p:nvPr>
            <p:ph type="subTitle" idx="7"/>
          </p:nvPr>
        </p:nvSpPr>
        <p:spPr>
          <a:xfrm>
            <a:off x="1411200" y="1204888"/>
            <a:ext cx="1978200" cy="50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Goldman"/>
              <a:buNone/>
              <a:defRPr sz="2100">
                <a:solidFill>
                  <a:schemeClr val="lt1"/>
                </a:solidFill>
                <a:latin typeface="Goldman"/>
                <a:ea typeface="Goldman"/>
                <a:cs typeface="Goldman"/>
                <a:sym typeface="Goldman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Goldman"/>
              <a:buNone/>
              <a:defRPr sz="2100">
                <a:solidFill>
                  <a:schemeClr val="lt1"/>
                </a:solidFill>
                <a:latin typeface="Goldman"/>
                <a:ea typeface="Goldman"/>
                <a:cs typeface="Goldman"/>
                <a:sym typeface="Goldman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Goldman"/>
              <a:buNone/>
              <a:defRPr sz="2100">
                <a:solidFill>
                  <a:schemeClr val="lt1"/>
                </a:solidFill>
                <a:latin typeface="Goldman"/>
                <a:ea typeface="Goldman"/>
                <a:cs typeface="Goldman"/>
                <a:sym typeface="Goldman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Goldman"/>
              <a:buNone/>
              <a:defRPr sz="2100">
                <a:solidFill>
                  <a:schemeClr val="lt1"/>
                </a:solidFill>
                <a:latin typeface="Goldman"/>
                <a:ea typeface="Goldman"/>
                <a:cs typeface="Goldman"/>
                <a:sym typeface="Goldman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Goldman"/>
              <a:buNone/>
              <a:defRPr sz="2100">
                <a:solidFill>
                  <a:schemeClr val="lt1"/>
                </a:solidFill>
                <a:latin typeface="Goldman"/>
                <a:ea typeface="Goldman"/>
                <a:cs typeface="Goldman"/>
                <a:sym typeface="Goldman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Goldman"/>
              <a:buNone/>
              <a:defRPr sz="2100">
                <a:solidFill>
                  <a:schemeClr val="lt1"/>
                </a:solidFill>
                <a:latin typeface="Goldman"/>
                <a:ea typeface="Goldman"/>
                <a:cs typeface="Goldman"/>
                <a:sym typeface="Goldman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Goldman"/>
              <a:buNone/>
              <a:defRPr sz="2100">
                <a:solidFill>
                  <a:schemeClr val="lt1"/>
                </a:solidFill>
                <a:latin typeface="Goldman"/>
                <a:ea typeface="Goldman"/>
                <a:cs typeface="Goldman"/>
                <a:sym typeface="Goldman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Goldman"/>
              <a:buNone/>
              <a:defRPr sz="2100">
                <a:solidFill>
                  <a:schemeClr val="lt1"/>
                </a:solidFill>
                <a:latin typeface="Goldman"/>
                <a:ea typeface="Goldman"/>
                <a:cs typeface="Goldman"/>
                <a:sym typeface="Goldman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Goldman"/>
              <a:buNone/>
              <a:defRPr sz="2100">
                <a:solidFill>
                  <a:schemeClr val="lt1"/>
                </a:solidFill>
                <a:latin typeface="Goldman"/>
                <a:ea typeface="Goldman"/>
                <a:cs typeface="Goldman"/>
                <a:sym typeface="Goldman"/>
              </a:defRPr>
            </a:lvl9pPr>
          </a:lstStyle>
          <a:p>
            <a:endParaRPr/>
          </a:p>
        </p:txBody>
      </p:sp>
      <p:sp>
        <p:nvSpPr>
          <p:cNvPr id="410" name="Google Shape;410;p20"/>
          <p:cNvSpPr txBox="1">
            <a:spLocks noGrp="1"/>
          </p:cNvSpPr>
          <p:nvPr>
            <p:ph type="subTitle" idx="8"/>
          </p:nvPr>
        </p:nvSpPr>
        <p:spPr>
          <a:xfrm>
            <a:off x="1411200" y="1783026"/>
            <a:ext cx="1978200" cy="50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Goldman"/>
              <a:buNone/>
              <a:defRPr sz="2100">
                <a:solidFill>
                  <a:schemeClr val="lt1"/>
                </a:solidFill>
                <a:latin typeface="Goldman"/>
                <a:ea typeface="Goldman"/>
                <a:cs typeface="Goldman"/>
                <a:sym typeface="Goldman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Goldman"/>
              <a:buNone/>
              <a:defRPr sz="2100">
                <a:solidFill>
                  <a:schemeClr val="lt1"/>
                </a:solidFill>
                <a:latin typeface="Goldman"/>
                <a:ea typeface="Goldman"/>
                <a:cs typeface="Goldman"/>
                <a:sym typeface="Goldman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Goldman"/>
              <a:buNone/>
              <a:defRPr sz="2100">
                <a:solidFill>
                  <a:schemeClr val="lt1"/>
                </a:solidFill>
                <a:latin typeface="Goldman"/>
                <a:ea typeface="Goldman"/>
                <a:cs typeface="Goldman"/>
                <a:sym typeface="Goldman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Goldman"/>
              <a:buNone/>
              <a:defRPr sz="2100">
                <a:solidFill>
                  <a:schemeClr val="lt1"/>
                </a:solidFill>
                <a:latin typeface="Goldman"/>
                <a:ea typeface="Goldman"/>
                <a:cs typeface="Goldman"/>
                <a:sym typeface="Goldman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Goldman"/>
              <a:buNone/>
              <a:defRPr sz="2100">
                <a:solidFill>
                  <a:schemeClr val="lt1"/>
                </a:solidFill>
                <a:latin typeface="Goldman"/>
                <a:ea typeface="Goldman"/>
                <a:cs typeface="Goldman"/>
                <a:sym typeface="Goldman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Goldman"/>
              <a:buNone/>
              <a:defRPr sz="2100">
                <a:solidFill>
                  <a:schemeClr val="lt1"/>
                </a:solidFill>
                <a:latin typeface="Goldman"/>
                <a:ea typeface="Goldman"/>
                <a:cs typeface="Goldman"/>
                <a:sym typeface="Goldman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Goldman"/>
              <a:buNone/>
              <a:defRPr sz="2100">
                <a:solidFill>
                  <a:schemeClr val="lt1"/>
                </a:solidFill>
                <a:latin typeface="Goldman"/>
                <a:ea typeface="Goldman"/>
                <a:cs typeface="Goldman"/>
                <a:sym typeface="Goldman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Goldman"/>
              <a:buNone/>
              <a:defRPr sz="2100">
                <a:solidFill>
                  <a:schemeClr val="lt1"/>
                </a:solidFill>
                <a:latin typeface="Goldman"/>
                <a:ea typeface="Goldman"/>
                <a:cs typeface="Goldman"/>
                <a:sym typeface="Goldman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Goldman"/>
              <a:buNone/>
              <a:defRPr sz="2100">
                <a:solidFill>
                  <a:schemeClr val="lt1"/>
                </a:solidFill>
                <a:latin typeface="Goldman"/>
                <a:ea typeface="Goldman"/>
                <a:cs typeface="Goldman"/>
                <a:sym typeface="Goldman"/>
              </a:defRPr>
            </a:lvl9pPr>
          </a:lstStyle>
          <a:p>
            <a:endParaRPr/>
          </a:p>
        </p:txBody>
      </p:sp>
      <p:sp>
        <p:nvSpPr>
          <p:cNvPr id="411" name="Google Shape;411;p20"/>
          <p:cNvSpPr txBox="1">
            <a:spLocks noGrp="1"/>
          </p:cNvSpPr>
          <p:nvPr>
            <p:ph type="subTitle" idx="9"/>
          </p:nvPr>
        </p:nvSpPr>
        <p:spPr>
          <a:xfrm>
            <a:off x="1411197" y="2361165"/>
            <a:ext cx="1978200" cy="50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Goldman"/>
              <a:buNone/>
              <a:defRPr sz="2100">
                <a:solidFill>
                  <a:schemeClr val="lt1"/>
                </a:solidFill>
                <a:latin typeface="Goldman"/>
                <a:ea typeface="Goldman"/>
                <a:cs typeface="Goldman"/>
                <a:sym typeface="Goldman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Goldman"/>
              <a:buNone/>
              <a:defRPr sz="2100">
                <a:solidFill>
                  <a:schemeClr val="lt1"/>
                </a:solidFill>
                <a:latin typeface="Goldman"/>
                <a:ea typeface="Goldman"/>
                <a:cs typeface="Goldman"/>
                <a:sym typeface="Goldman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Goldman"/>
              <a:buNone/>
              <a:defRPr sz="2100">
                <a:solidFill>
                  <a:schemeClr val="lt1"/>
                </a:solidFill>
                <a:latin typeface="Goldman"/>
                <a:ea typeface="Goldman"/>
                <a:cs typeface="Goldman"/>
                <a:sym typeface="Goldman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Goldman"/>
              <a:buNone/>
              <a:defRPr sz="2100">
                <a:solidFill>
                  <a:schemeClr val="lt1"/>
                </a:solidFill>
                <a:latin typeface="Goldman"/>
                <a:ea typeface="Goldman"/>
                <a:cs typeface="Goldman"/>
                <a:sym typeface="Goldman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Goldman"/>
              <a:buNone/>
              <a:defRPr sz="2100">
                <a:solidFill>
                  <a:schemeClr val="lt1"/>
                </a:solidFill>
                <a:latin typeface="Goldman"/>
                <a:ea typeface="Goldman"/>
                <a:cs typeface="Goldman"/>
                <a:sym typeface="Goldman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Goldman"/>
              <a:buNone/>
              <a:defRPr sz="2100">
                <a:solidFill>
                  <a:schemeClr val="lt1"/>
                </a:solidFill>
                <a:latin typeface="Goldman"/>
                <a:ea typeface="Goldman"/>
                <a:cs typeface="Goldman"/>
                <a:sym typeface="Goldman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Goldman"/>
              <a:buNone/>
              <a:defRPr sz="2100">
                <a:solidFill>
                  <a:schemeClr val="lt1"/>
                </a:solidFill>
                <a:latin typeface="Goldman"/>
                <a:ea typeface="Goldman"/>
                <a:cs typeface="Goldman"/>
                <a:sym typeface="Goldman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Goldman"/>
              <a:buNone/>
              <a:defRPr sz="2100">
                <a:solidFill>
                  <a:schemeClr val="lt1"/>
                </a:solidFill>
                <a:latin typeface="Goldman"/>
                <a:ea typeface="Goldman"/>
                <a:cs typeface="Goldman"/>
                <a:sym typeface="Goldman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Goldman"/>
              <a:buNone/>
              <a:defRPr sz="2100">
                <a:solidFill>
                  <a:schemeClr val="lt1"/>
                </a:solidFill>
                <a:latin typeface="Goldman"/>
                <a:ea typeface="Goldman"/>
                <a:cs typeface="Goldman"/>
                <a:sym typeface="Goldman"/>
              </a:defRPr>
            </a:lvl9pPr>
          </a:lstStyle>
          <a:p>
            <a:endParaRPr/>
          </a:p>
        </p:txBody>
      </p:sp>
      <p:sp>
        <p:nvSpPr>
          <p:cNvPr id="412" name="Google Shape;412;p20"/>
          <p:cNvSpPr txBox="1">
            <a:spLocks noGrp="1"/>
          </p:cNvSpPr>
          <p:nvPr>
            <p:ph type="subTitle" idx="13"/>
          </p:nvPr>
        </p:nvSpPr>
        <p:spPr>
          <a:xfrm>
            <a:off x="1411200" y="2939304"/>
            <a:ext cx="1978200" cy="50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Goldman"/>
              <a:buNone/>
              <a:defRPr sz="2100">
                <a:solidFill>
                  <a:schemeClr val="lt1"/>
                </a:solidFill>
                <a:latin typeface="Goldman"/>
                <a:ea typeface="Goldman"/>
                <a:cs typeface="Goldman"/>
                <a:sym typeface="Goldman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Goldman"/>
              <a:buNone/>
              <a:defRPr sz="2100">
                <a:solidFill>
                  <a:schemeClr val="lt1"/>
                </a:solidFill>
                <a:latin typeface="Goldman"/>
                <a:ea typeface="Goldman"/>
                <a:cs typeface="Goldman"/>
                <a:sym typeface="Goldman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Goldman"/>
              <a:buNone/>
              <a:defRPr sz="2100">
                <a:solidFill>
                  <a:schemeClr val="lt1"/>
                </a:solidFill>
                <a:latin typeface="Goldman"/>
                <a:ea typeface="Goldman"/>
                <a:cs typeface="Goldman"/>
                <a:sym typeface="Goldman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Goldman"/>
              <a:buNone/>
              <a:defRPr sz="2100">
                <a:solidFill>
                  <a:schemeClr val="lt1"/>
                </a:solidFill>
                <a:latin typeface="Goldman"/>
                <a:ea typeface="Goldman"/>
                <a:cs typeface="Goldman"/>
                <a:sym typeface="Goldman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Goldman"/>
              <a:buNone/>
              <a:defRPr sz="2100">
                <a:solidFill>
                  <a:schemeClr val="lt1"/>
                </a:solidFill>
                <a:latin typeface="Goldman"/>
                <a:ea typeface="Goldman"/>
                <a:cs typeface="Goldman"/>
                <a:sym typeface="Goldman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Goldman"/>
              <a:buNone/>
              <a:defRPr sz="2100">
                <a:solidFill>
                  <a:schemeClr val="lt1"/>
                </a:solidFill>
                <a:latin typeface="Goldman"/>
                <a:ea typeface="Goldman"/>
                <a:cs typeface="Goldman"/>
                <a:sym typeface="Goldman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Goldman"/>
              <a:buNone/>
              <a:defRPr sz="2100">
                <a:solidFill>
                  <a:schemeClr val="lt1"/>
                </a:solidFill>
                <a:latin typeface="Goldman"/>
                <a:ea typeface="Goldman"/>
                <a:cs typeface="Goldman"/>
                <a:sym typeface="Goldman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Goldman"/>
              <a:buNone/>
              <a:defRPr sz="2100">
                <a:solidFill>
                  <a:schemeClr val="lt1"/>
                </a:solidFill>
                <a:latin typeface="Goldman"/>
                <a:ea typeface="Goldman"/>
                <a:cs typeface="Goldman"/>
                <a:sym typeface="Goldman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Goldman"/>
              <a:buNone/>
              <a:defRPr sz="2100">
                <a:solidFill>
                  <a:schemeClr val="lt1"/>
                </a:solidFill>
                <a:latin typeface="Goldman"/>
                <a:ea typeface="Goldman"/>
                <a:cs typeface="Goldman"/>
                <a:sym typeface="Goldman"/>
              </a:defRPr>
            </a:lvl9pPr>
          </a:lstStyle>
          <a:p>
            <a:endParaRPr/>
          </a:p>
        </p:txBody>
      </p:sp>
      <p:sp>
        <p:nvSpPr>
          <p:cNvPr id="413" name="Google Shape;413;p20"/>
          <p:cNvSpPr txBox="1">
            <a:spLocks noGrp="1"/>
          </p:cNvSpPr>
          <p:nvPr>
            <p:ph type="subTitle" idx="14"/>
          </p:nvPr>
        </p:nvSpPr>
        <p:spPr>
          <a:xfrm>
            <a:off x="1411200" y="3517442"/>
            <a:ext cx="1978200" cy="50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Goldman"/>
              <a:buNone/>
              <a:defRPr sz="2100">
                <a:solidFill>
                  <a:schemeClr val="lt1"/>
                </a:solidFill>
                <a:latin typeface="Goldman"/>
                <a:ea typeface="Goldman"/>
                <a:cs typeface="Goldman"/>
                <a:sym typeface="Goldman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Goldman"/>
              <a:buNone/>
              <a:defRPr sz="2100">
                <a:solidFill>
                  <a:schemeClr val="lt1"/>
                </a:solidFill>
                <a:latin typeface="Goldman"/>
                <a:ea typeface="Goldman"/>
                <a:cs typeface="Goldman"/>
                <a:sym typeface="Goldman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Goldman"/>
              <a:buNone/>
              <a:defRPr sz="2100">
                <a:solidFill>
                  <a:schemeClr val="lt1"/>
                </a:solidFill>
                <a:latin typeface="Goldman"/>
                <a:ea typeface="Goldman"/>
                <a:cs typeface="Goldman"/>
                <a:sym typeface="Goldman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Goldman"/>
              <a:buNone/>
              <a:defRPr sz="2100">
                <a:solidFill>
                  <a:schemeClr val="lt1"/>
                </a:solidFill>
                <a:latin typeface="Goldman"/>
                <a:ea typeface="Goldman"/>
                <a:cs typeface="Goldman"/>
                <a:sym typeface="Goldman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Goldman"/>
              <a:buNone/>
              <a:defRPr sz="2100">
                <a:solidFill>
                  <a:schemeClr val="lt1"/>
                </a:solidFill>
                <a:latin typeface="Goldman"/>
                <a:ea typeface="Goldman"/>
                <a:cs typeface="Goldman"/>
                <a:sym typeface="Goldman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Goldman"/>
              <a:buNone/>
              <a:defRPr sz="2100">
                <a:solidFill>
                  <a:schemeClr val="lt1"/>
                </a:solidFill>
                <a:latin typeface="Goldman"/>
                <a:ea typeface="Goldman"/>
                <a:cs typeface="Goldman"/>
                <a:sym typeface="Goldman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Goldman"/>
              <a:buNone/>
              <a:defRPr sz="2100">
                <a:solidFill>
                  <a:schemeClr val="lt1"/>
                </a:solidFill>
                <a:latin typeface="Goldman"/>
                <a:ea typeface="Goldman"/>
                <a:cs typeface="Goldman"/>
                <a:sym typeface="Goldman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Goldman"/>
              <a:buNone/>
              <a:defRPr sz="2100">
                <a:solidFill>
                  <a:schemeClr val="lt1"/>
                </a:solidFill>
                <a:latin typeface="Goldman"/>
                <a:ea typeface="Goldman"/>
                <a:cs typeface="Goldman"/>
                <a:sym typeface="Goldman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Goldman"/>
              <a:buNone/>
              <a:defRPr sz="2100">
                <a:solidFill>
                  <a:schemeClr val="lt1"/>
                </a:solidFill>
                <a:latin typeface="Goldman"/>
                <a:ea typeface="Goldman"/>
                <a:cs typeface="Goldman"/>
                <a:sym typeface="Goldman"/>
              </a:defRPr>
            </a:lvl9pPr>
          </a:lstStyle>
          <a:p>
            <a:endParaRPr/>
          </a:p>
        </p:txBody>
      </p:sp>
      <p:sp>
        <p:nvSpPr>
          <p:cNvPr id="414" name="Google Shape;414;p20"/>
          <p:cNvSpPr txBox="1">
            <a:spLocks noGrp="1"/>
          </p:cNvSpPr>
          <p:nvPr>
            <p:ph type="subTitle" idx="15"/>
          </p:nvPr>
        </p:nvSpPr>
        <p:spPr>
          <a:xfrm>
            <a:off x="1411197" y="4095581"/>
            <a:ext cx="1978200" cy="50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Goldman"/>
              <a:buNone/>
              <a:defRPr sz="2100">
                <a:solidFill>
                  <a:schemeClr val="lt1"/>
                </a:solidFill>
                <a:latin typeface="Goldman"/>
                <a:ea typeface="Goldman"/>
                <a:cs typeface="Goldman"/>
                <a:sym typeface="Goldman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Goldman"/>
              <a:buNone/>
              <a:defRPr sz="2100">
                <a:solidFill>
                  <a:schemeClr val="lt1"/>
                </a:solidFill>
                <a:latin typeface="Goldman"/>
                <a:ea typeface="Goldman"/>
                <a:cs typeface="Goldman"/>
                <a:sym typeface="Goldman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Goldman"/>
              <a:buNone/>
              <a:defRPr sz="2100">
                <a:solidFill>
                  <a:schemeClr val="lt1"/>
                </a:solidFill>
                <a:latin typeface="Goldman"/>
                <a:ea typeface="Goldman"/>
                <a:cs typeface="Goldman"/>
                <a:sym typeface="Goldman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Goldman"/>
              <a:buNone/>
              <a:defRPr sz="2100">
                <a:solidFill>
                  <a:schemeClr val="lt1"/>
                </a:solidFill>
                <a:latin typeface="Goldman"/>
                <a:ea typeface="Goldman"/>
                <a:cs typeface="Goldman"/>
                <a:sym typeface="Goldman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Goldman"/>
              <a:buNone/>
              <a:defRPr sz="2100">
                <a:solidFill>
                  <a:schemeClr val="lt1"/>
                </a:solidFill>
                <a:latin typeface="Goldman"/>
                <a:ea typeface="Goldman"/>
                <a:cs typeface="Goldman"/>
                <a:sym typeface="Goldman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Goldman"/>
              <a:buNone/>
              <a:defRPr sz="2100">
                <a:solidFill>
                  <a:schemeClr val="lt1"/>
                </a:solidFill>
                <a:latin typeface="Goldman"/>
                <a:ea typeface="Goldman"/>
                <a:cs typeface="Goldman"/>
                <a:sym typeface="Goldman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Goldman"/>
              <a:buNone/>
              <a:defRPr sz="2100">
                <a:solidFill>
                  <a:schemeClr val="lt1"/>
                </a:solidFill>
                <a:latin typeface="Goldman"/>
                <a:ea typeface="Goldman"/>
                <a:cs typeface="Goldman"/>
                <a:sym typeface="Goldman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Goldman"/>
              <a:buNone/>
              <a:defRPr sz="2100">
                <a:solidFill>
                  <a:schemeClr val="lt1"/>
                </a:solidFill>
                <a:latin typeface="Goldman"/>
                <a:ea typeface="Goldman"/>
                <a:cs typeface="Goldman"/>
                <a:sym typeface="Goldman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Goldman"/>
              <a:buNone/>
              <a:defRPr sz="2100">
                <a:solidFill>
                  <a:schemeClr val="lt1"/>
                </a:solidFill>
                <a:latin typeface="Goldman"/>
                <a:ea typeface="Goldman"/>
                <a:cs typeface="Goldman"/>
                <a:sym typeface="Goldman"/>
              </a:defRPr>
            </a:lvl9pPr>
          </a:lstStyle>
          <a:p>
            <a:endParaRPr/>
          </a:p>
        </p:txBody>
      </p:sp>
      <p:grpSp>
        <p:nvGrpSpPr>
          <p:cNvPr id="415" name="Google Shape;415;p20"/>
          <p:cNvGrpSpPr/>
          <p:nvPr/>
        </p:nvGrpSpPr>
        <p:grpSpPr>
          <a:xfrm flipH="1">
            <a:off x="8430775" y="298000"/>
            <a:ext cx="241500" cy="241500"/>
            <a:chOff x="-1752450" y="4362450"/>
            <a:chExt cx="241500" cy="241500"/>
          </a:xfrm>
        </p:grpSpPr>
        <p:sp>
          <p:nvSpPr>
            <p:cNvPr id="416" name="Google Shape;416;p20"/>
            <p:cNvSpPr/>
            <p:nvPr/>
          </p:nvSpPr>
          <p:spPr>
            <a:xfrm>
              <a:off x="-1752450" y="4362450"/>
              <a:ext cx="114300" cy="2415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" name="Google Shape;417;p20"/>
            <p:cNvSpPr/>
            <p:nvPr/>
          </p:nvSpPr>
          <p:spPr>
            <a:xfrm rot="5400000">
              <a:off x="-1688850" y="4298850"/>
              <a:ext cx="114300" cy="2415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18" name="Google Shape;418;p20"/>
          <p:cNvGrpSpPr/>
          <p:nvPr/>
        </p:nvGrpSpPr>
        <p:grpSpPr>
          <a:xfrm>
            <a:off x="713225" y="4803325"/>
            <a:ext cx="742950" cy="76200"/>
            <a:chOff x="2647950" y="4676775"/>
            <a:chExt cx="742950" cy="76200"/>
          </a:xfrm>
        </p:grpSpPr>
        <p:sp>
          <p:nvSpPr>
            <p:cNvPr id="419" name="Google Shape;419;p20"/>
            <p:cNvSpPr/>
            <p:nvPr/>
          </p:nvSpPr>
          <p:spPr>
            <a:xfrm>
              <a:off x="2647950" y="4676775"/>
              <a:ext cx="76200" cy="762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" name="Google Shape;420;p20"/>
            <p:cNvSpPr/>
            <p:nvPr/>
          </p:nvSpPr>
          <p:spPr>
            <a:xfrm>
              <a:off x="2870200" y="4676775"/>
              <a:ext cx="76200" cy="762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" name="Google Shape;421;p20"/>
            <p:cNvSpPr/>
            <p:nvPr/>
          </p:nvSpPr>
          <p:spPr>
            <a:xfrm>
              <a:off x="3092450" y="4676775"/>
              <a:ext cx="76200" cy="762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" name="Google Shape;422;p20"/>
            <p:cNvSpPr/>
            <p:nvPr/>
          </p:nvSpPr>
          <p:spPr>
            <a:xfrm>
              <a:off x="3314700" y="4676775"/>
              <a:ext cx="76200" cy="762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23" name="Google Shape;423;p20"/>
          <p:cNvSpPr/>
          <p:nvPr/>
        </p:nvSpPr>
        <p:spPr>
          <a:xfrm>
            <a:off x="-371475" y="-238125"/>
            <a:ext cx="1524650" cy="1485250"/>
          </a:xfrm>
          <a:custGeom>
            <a:avLst/>
            <a:gdLst/>
            <a:ahLst/>
            <a:cxnLst/>
            <a:rect l="l" t="t" r="r" b="b"/>
            <a:pathLst>
              <a:path w="60986" h="59410" extrusionOk="0">
                <a:moveTo>
                  <a:pt x="0" y="57912"/>
                </a:moveTo>
                <a:cubicBezTo>
                  <a:pt x="7596" y="60674"/>
                  <a:pt x="17537" y="59332"/>
                  <a:pt x="24003" y="54483"/>
                </a:cubicBezTo>
                <a:cubicBezTo>
                  <a:pt x="30774" y="49404"/>
                  <a:pt x="30395" y="38506"/>
                  <a:pt x="35814" y="32004"/>
                </a:cubicBezTo>
                <a:cubicBezTo>
                  <a:pt x="41381" y="25323"/>
                  <a:pt x="53107" y="26112"/>
                  <a:pt x="58674" y="19431"/>
                </a:cubicBezTo>
                <a:cubicBezTo>
                  <a:pt x="62821" y="14454"/>
                  <a:pt x="60342" y="6146"/>
                  <a:pt x="58293" y="0"/>
                </a:cubicBezTo>
              </a:path>
            </a:pathLst>
          </a:cu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424" name="Google Shape;424;p20"/>
          <p:cNvSpPr/>
          <p:nvPr/>
        </p:nvSpPr>
        <p:spPr>
          <a:xfrm>
            <a:off x="-600075" y="-161925"/>
            <a:ext cx="1190625" cy="1466850"/>
          </a:xfrm>
          <a:custGeom>
            <a:avLst/>
            <a:gdLst/>
            <a:ahLst/>
            <a:cxnLst/>
            <a:rect l="l" t="t" r="r" b="b"/>
            <a:pathLst>
              <a:path w="47625" h="58674" extrusionOk="0">
                <a:moveTo>
                  <a:pt x="47625" y="0"/>
                </a:moveTo>
                <a:cubicBezTo>
                  <a:pt x="46288" y="12034"/>
                  <a:pt x="48186" y="26871"/>
                  <a:pt x="39624" y="35433"/>
                </a:cubicBezTo>
                <a:cubicBezTo>
                  <a:pt x="33603" y="41454"/>
                  <a:pt x="23319" y="40360"/>
                  <a:pt x="15240" y="43053"/>
                </a:cubicBezTo>
                <a:cubicBezTo>
                  <a:pt x="8339" y="45353"/>
                  <a:pt x="3253" y="52167"/>
                  <a:pt x="0" y="58674"/>
                </a:cubicBezTo>
              </a:path>
            </a:pathLst>
          </a:cu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425" name="Google Shape;425;p20"/>
          <p:cNvSpPr/>
          <p:nvPr/>
        </p:nvSpPr>
        <p:spPr>
          <a:xfrm>
            <a:off x="8775457" y="1876425"/>
            <a:ext cx="844800" cy="2190750"/>
          </a:xfrm>
          <a:custGeom>
            <a:avLst/>
            <a:gdLst/>
            <a:ahLst/>
            <a:cxnLst/>
            <a:rect l="l" t="t" r="r" b="b"/>
            <a:pathLst>
              <a:path w="33792" h="87630" extrusionOk="0">
                <a:moveTo>
                  <a:pt x="32649" y="0"/>
                </a:moveTo>
                <a:cubicBezTo>
                  <a:pt x="13646" y="5429"/>
                  <a:pt x="-3231" y="30531"/>
                  <a:pt x="645" y="49911"/>
                </a:cubicBezTo>
                <a:cubicBezTo>
                  <a:pt x="3928" y="66324"/>
                  <a:pt x="21956" y="75794"/>
                  <a:pt x="33792" y="87630"/>
                </a:cubicBezTo>
              </a:path>
            </a:pathLst>
          </a:cu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426" name="Google Shape;426;p20"/>
          <p:cNvSpPr/>
          <p:nvPr/>
        </p:nvSpPr>
        <p:spPr>
          <a:xfrm>
            <a:off x="8604007" y="1876425"/>
            <a:ext cx="844800" cy="2190750"/>
          </a:xfrm>
          <a:custGeom>
            <a:avLst/>
            <a:gdLst/>
            <a:ahLst/>
            <a:cxnLst/>
            <a:rect l="l" t="t" r="r" b="b"/>
            <a:pathLst>
              <a:path w="33792" h="87630" extrusionOk="0">
                <a:moveTo>
                  <a:pt x="32649" y="0"/>
                </a:moveTo>
                <a:cubicBezTo>
                  <a:pt x="13646" y="5429"/>
                  <a:pt x="-3231" y="30531"/>
                  <a:pt x="645" y="49911"/>
                </a:cubicBezTo>
                <a:cubicBezTo>
                  <a:pt x="3928" y="66324"/>
                  <a:pt x="21956" y="75794"/>
                  <a:pt x="33792" y="87630"/>
                </a:cubicBezTo>
              </a:path>
            </a:pathLst>
          </a:cu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427" name="Google Shape;427;p20"/>
          <p:cNvSpPr/>
          <p:nvPr/>
        </p:nvSpPr>
        <p:spPr>
          <a:xfrm>
            <a:off x="5334000" y="4634492"/>
            <a:ext cx="2905125" cy="737600"/>
          </a:xfrm>
          <a:custGeom>
            <a:avLst/>
            <a:gdLst/>
            <a:ahLst/>
            <a:cxnLst/>
            <a:rect l="l" t="t" r="r" b="b"/>
            <a:pathLst>
              <a:path w="116205" h="29504" extrusionOk="0">
                <a:moveTo>
                  <a:pt x="0" y="29504"/>
                </a:moveTo>
                <a:cubicBezTo>
                  <a:pt x="7633" y="19327"/>
                  <a:pt x="20043" y="12396"/>
                  <a:pt x="32385" y="9311"/>
                </a:cubicBezTo>
                <a:cubicBezTo>
                  <a:pt x="42756" y="6718"/>
                  <a:pt x="53573" y="16964"/>
                  <a:pt x="64008" y="14645"/>
                </a:cubicBezTo>
                <a:cubicBezTo>
                  <a:pt x="74542" y="12304"/>
                  <a:pt x="82256" y="-1171"/>
                  <a:pt x="92964" y="167"/>
                </a:cubicBezTo>
                <a:cubicBezTo>
                  <a:pt x="104665" y="1630"/>
                  <a:pt x="116205" y="15045"/>
                  <a:pt x="116205" y="26837"/>
                </a:cubicBezTo>
              </a:path>
            </a:pathLst>
          </a:cu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CUSTOM_10">
    <p:spTree>
      <p:nvGrpSpPr>
        <p:cNvPr id="1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21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>
                <a:latin typeface="Mulish"/>
                <a:ea typeface="Mulish"/>
                <a:cs typeface="Mulish"/>
                <a:sym typeface="Mulish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>
                <a:latin typeface="Mulish"/>
                <a:ea typeface="Mulish"/>
                <a:cs typeface="Mulish"/>
                <a:sym typeface="Mulish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>
                <a:latin typeface="Mulish"/>
                <a:ea typeface="Mulish"/>
                <a:cs typeface="Mulish"/>
                <a:sym typeface="Mulish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>
                <a:latin typeface="Mulish"/>
                <a:ea typeface="Mulish"/>
                <a:cs typeface="Mulish"/>
                <a:sym typeface="Mulish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>
                <a:latin typeface="Mulish"/>
                <a:ea typeface="Mulish"/>
                <a:cs typeface="Mulish"/>
                <a:sym typeface="Mulish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>
                <a:latin typeface="Mulish"/>
                <a:ea typeface="Mulish"/>
                <a:cs typeface="Mulish"/>
                <a:sym typeface="Mulish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>
                <a:latin typeface="Mulish"/>
                <a:ea typeface="Mulish"/>
                <a:cs typeface="Mulish"/>
                <a:sym typeface="Mulish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>
                <a:latin typeface="Mulish"/>
                <a:ea typeface="Mulish"/>
                <a:cs typeface="Mulish"/>
                <a:sym typeface="Mulish"/>
              </a:defRPr>
            </a:lvl9pPr>
          </a:lstStyle>
          <a:p>
            <a:endParaRPr/>
          </a:p>
        </p:txBody>
      </p:sp>
      <p:grpSp>
        <p:nvGrpSpPr>
          <p:cNvPr id="430" name="Google Shape;430;p21"/>
          <p:cNvGrpSpPr/>
          <p:nvPr/>
        </p:nvGrpSpPr>
        <p:grpSpPr>
          <a:xfrm flipH="1">
            <a:off x="8430775" y="298000"/>
            <a:ext cx="241500" cy="241500"/>
            <a:chOff x="-1752450" y="4362450"/>
            <a:chExt cx="241500" cy="241500"/>
          </a:xfrm>
        </p:grpSpPr>
        <p:sp>
          <p:nvSpPr>
            <p:cNvPr id="431" name="Google Shape;431;p21"/>
            <p:cNvSpPr/>
            <p:nvPr/>
          </p:nvSpPr>
          <p:spPr>
            <a:xfrm>
              <a:off x="-1752450" y="4362450"/>
              <a:ext cx="114300" cy="2415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" name="Google Shape;432;p21"/>
            <p:cNvSpPr/>
            <p:nvPr/>
          </p:nvSpPr>
          <p:spPr>
            <a:xfrm rot="5400000">
              <a:off x="-1688850" y="4298850"/>
              <a:ext cx="114300" cy="2415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33" name="Google Shape;433;p21"/>
          <p:cNvGrpSpPr/>
          <p:nvPr/>
        </p:nvGrpSpPr>
        <p:grpSpPr>
          <a:xfrm>
            <a:off x="4200525" y="4814600"/>
            <a:ext cx="742950" cy="76200"/>
            <a:chOff x="2647950" y="4676775"/>
            <a:chExt cx="742950" cy="76200"/>
          </a:xfrm>
        </p:grpSpPr>
        <p:sp>
          <p:nvSpPr>
            <p:cNvPr id="434" name="Google Shape;434;p21"/>
            <p:cNvSpPr/>
            <p:nvPr/>
          </p:nvSpPr>
          <p:spPr>
            <a:xfrm>
              <a:off x="2647950" y="4676775"/>
              <a:ext cx="76200" cy="762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" name="Google Shape;435;p21"/>
            <p:cNvSpPr/>
            <p:nvPr/>
          </p:nvSpPr>
          <p:spPr>
            <a:xfrm>
              <a:off x="2870200" y="4676775"/>
              <a:ext cx="76200" cy="762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" name="Google Shape;436;p21"/>
            <p:cNvSpPr/>
            <p:nvPr/>
          </p:nvSpPr>
          <p:spPr>
            <a:xfrm>
              <a:off x="3092450" y="4676775"/>
              <a:ext cx="76200" cy="762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" name="Google Shape;437;p21"/>
            <p:cNvSpPr/>
            <p:nvPr/>
          </p:nvSpPr>
          <p:spPr>
            <a:xfrm>
              <a:off x="3314700" y="4676775"/>
              <a:ext cx="76200" cy="762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38" name="Google Shape;438;p21"/>
          <p:cNvSpPr/>
          <p:nvPr/>
        </p:nvSpPr>
        <p:spPr>
          <a:xfrm>
            <a:off x="-390525" y="2247900"/>
            <a:ext cx="707050" cy="2057400"/>
          </a:xfrm>
          <a:custGeom>
            <a:avLst/>
            <a:gdLst/>
            <a:ahLst/>
            <a:cxnLst/>
            <a:rect l="l" t="t" r="r" b="b"/>
            <a:pathLst>
              <a:path w="28282" h="82296" extrusionOk="0">
                <a:moveTo>
                  <a:pt x="0" y="0"/>
                </a:moveTo>
                <a:cubicBezTo>
                  <a:pt x="6668" y="2667"/>
                  <a:pt x="7076" y="1813"/>
                  <a:pt x="13335" y="5334"/>
                </a:cubicBezTo>
                <a:cubicBezTo>
                  <a:pt x="20217" y="9205"/>
                  <a:pt x="23298" y="18468"/>
                  <a:pt x="24384" y="26289"/>
                </a:cubicBezTo>
                <a:cubicBezTo>
                  <a:pt x="25368" y="33370"/>
                  <a:pt x="17221" y="40581"/>
                  <a:pt x="19812" y="47244"/>
                </a:cubicBezTo>
                <a:cubicBezTo>
                  <a:pt x="22076" y="53067"/>
                  <a:pt x="28899" y="57800"/>
                  <a:pt x="28194" y="64008"/>
                </a:cubicBezTo>
                <a:cubicBezTo>
                  <a:pt x="27114" y="73508"/>
                  <a:pt x="15167" y="79272"/>
                  <a:pt x="6096" y="82296"/>
                </a:cubicBezTo>
              </a:path>
            </a:pathLst>
          </a:cu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439" name="Google Shape;439;p21"/>
          <p:cNvSpPr/>
          <p:nvPr/>
        </p:nvSpPr>
        <p:spPr>
          <a:xfrm>
            <a:off x="2295525" y="-200025"/>
            <a:ext cx="1928950" cy="510175"/>
          </a:xfrm>
          <a:custGeom>
            <a:avLst/>
            <a:gdLst/>
            <a:ahLst/>
            <a:cxnLst/>
            <a:rect l="l" t="t" r="r" b="b"/>
            <a:pathLst>
              <a:path w="77158" h="20407" extrusionOk="0">
                <a:moveTo>
                  <a:pt x="0" y="1524"/>
                </a:moveTo>
                <a:cubicBezTo>
                  <a:pt x="3756" y="7993"/>
                  <a:pt x="7681" y="15546"/>
                  <a:pt x="14478" y="18669"/>
                </a:cubicBezTo>
                <a:cubicBezTo>
                  <a:pt x="25528" y="23746"/>
                  <a:pt x="38697" y="16210"/>
                  <a:pt x="50673" y="14097"/>
                </a:cubicBezTo>
                <a:cubicBezTo>
                  <a:pt x="56710" y="13032"/>
                  <a:pt x="62686" y="19972"/>
                  <a:pt x="68580" y="18288"/>
                </a:cubicBezTo>
                <a:cubicBezTo>
                  <a:pt x="75028" y="16446"/>
                  <a:pt x="77746" y="6660"/>
                  <a:pt x="76962" y="0"/>
                </a:cubicBezTo>
              </a:path>
            </a:pathLst>
          </a:cu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440" name="Google Shape;440;p21"/>
          <p:cNvSpPr/>
          <p:nvPr/>
        </p:nvSpPr>
        <p:spPr>
          <a:xfrm>
            <a:off x="2933700" y="-219075"/>
            <a:ext cx="1428750" cy="670050"/>
          </a:xfrm>
          <a:custGeom>
            <a:avLst/>
            <a:gdLst/>
            <a:ahLst/>
            <a:cxnLst/>
            <a:rect l="l" t="t" r="r" b="b"/>
            <a:pathLst>
              <a:path w="57150" h="26802" extrusionOk="0">
                <a:moveTo>
                  <a:pt x="0" y="4953"/>
                </a:moveTo>
                <a:cubicBezTo>
                  <a:pt x="6659" y="18270"/>
                  <a:pt x="24643" y="29209"/>
                  <a:pt x="39243" y="26289"/>
                </a:cubicBezTo>
                <a:cubicBezTo>
                  <a:pt x="49640" y="24210"/>
                  <a:pt x="52408" y="9483"/>
                  <a:pt x="57150" y="0"/>
                </a:cubicBezTo>
              </a:path>
            </a:pathLst>
          </a:cu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441" name="Google Shape;441;p21"/>
          <p:cNvSpPr/>
          <p:nvPr/>
        </p:nvSpPr>
        <p:spPr>
          <a:xfrm>
            <a:off x="8477250" y="3590925"/>
            <a:ext cx="1057275" cy="1657350"/>
          </a:xfrm>
          <a:custGeom>
            <a:avLst/>
            <a:gdLst/>
            <a:ahLst/>
            <a:cxnLst/>
            <a:rect l="l" t="t" r="r" b="b"/>
            <a:pathLst>
              <a:path w="42291" h="66294" extrusionOk="0">
                <a:moveTo>
                  <a:pt x="42291" y="0"/>
                </a:moveTo>
                <a:cubicBezTo>
                  <a:pt x="34986" y="4041"/>
                  <a:pt x="25390" y="6418"/>
                  <a:pt x="21336" y="13716"/>
                </a:cubicBezTo>
                <a:cubicBezTo>
                  <a:pt x="18547" y="18736"/>
                  <a:pt x="15741" y="24362"/>
                  <a:pt x="16002" y="30099"/>
                </a:cubicBezTo>
                <a:cubicBezTo>
                  <a:pt x="16212" y="34710"/>
                  <a:pt x="19550" y="39502"/>
                  <a:pt x="17907" y="43815"/>
                </a:cubicBezTo>
                <a:cubicBezTo>
                  <a:pt x="14497" y="52767"/>
                  <a:pt x="4284" y="57725"/>
                  <a:pt x="0" y="66294"/>
                </a:cubicBezTo>
              </a:path>
            </a:pathLst>
          </a:cu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442" name="Google Shape;442;p21"/>
          <p:cNvSpPr/>
          <p:nvPr/>
        </p:nvSpPr>
        <p:spPr>
          <a:xfrm>
            <a:off x="7876303" y="4629150"/>
            <a:ext cx="1334375" cy="800100"/>
          </a:xfrm>
          <a:custGeom>
            <a:avLst/>
            <a:gdLst/>
            <a:ahLst/>
            <a:cxnLst/>
            <a:rect l="l" t="t" r="r" b="b"/>
            <a:pathLst>
              <a:path w="53375" h="32004" extrusionOk="0">
                <a:moveTo>
                  <a:pt x="1178" y="32004"/>
                </a:moveTo>
                <a:cubicBezTo>
                  <a:pt x="797" y="27813"/>
                  <a:pt x="-700" y="27680"/>
                  <a:pt x="416" y="23622"/>
                </a:cubicBezTo>
                <a:cubicBezTo>
                  <a:pt x="2511" y="16005"/>
                  <a:pt x="11900" y="11795"/>
                  <a:pt x="19466" y="9525"/>
                </a:cubicBezTo>
                <a:cubicBezTo>
                  <a:pt x="27365" y="7155"/>
                  <a:pt x="27635" y="6887"/>
                  <a:pt x="35849" y="7620"/>
                </a:cubicBezTo>
                <a:cubicBezTo>
                  <a:pt x="39646" y="7959"/>
                  <a:pt x="42236" y="14801"/>
                  <a:pt x="45755" y="13335"/>
                </a:cubicBezTo>
                <a:cubicBezTo>
                  <a:pt x="50481" y="11366"/>
                  <a:pt x="52866" y="5094"/>
                  <a:pt x="53375" y="0"/>
                </a:cubicBezTo>
              </a:path>
            </a:pathLst>
          </a:cu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sp>
      <p:grpSp>
        <p:nvGrpSpPr>
          <p:cNvPr id="443" name="Google Shape;443;p21"/>
          <p:cNvGrpSpPr/>
          <p:nvPr/>
        </p:nvGrpSpPr>
        <p:grpSpPr>
          <a:xfrm>
            <a:off x="471725" y="298000"/>
            <a:ext cx="241500" cy="241500"/>
            <a:chOff x="-1752450" y="4362450"/>
            <a:chExt cx="241500" cy="241500"/>
          </a:xfrm>
        </p:grpSpPr>
        <p:sp>
          <p:nvSpPr>
            <p:cNvPr id="444" name="Google Shape;444;p21"/>
            <p:cNvSpPr/>
            <p:nvPr/>
          </p:nvSpPr>
          <p:spPr>
            <a:xfrm>
              <a:off x="-1752450" y="4362450"/>
              <a:ext cx="114300" cy="2415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" name="Google Shape;445;p21"/>
            <p:cNvSpPr/>
            <p:nvPr/>
          </p:nvSpPr>
          <p:spPr>
            <a:xfrm rot="5400000">
              <a:off x="-1688850" y="4298850"/>
              <a:ext cx="114300" cy="2415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CUSTOM_11">
    <p:spTree>
      <p:nvGrpSpPr>
        <p:cNvPr id="1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22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Font typeface="Goldman"/>
              <a:buNone/>
              <a:defRPr>
                <a:latin typeface="Goldman"/>
                <a:ea typeface="Goldman"/>
                <a:cs typeface="Goldman"/>
                <a:sym typeface="Goldman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Font typeface="Goldman"/>
              <a:buNone/>
              <a:defRPr>
                <a:latin typeface="Goldman"/>
                <a:ea typeface="Goldman"/>
                <a:cs typeface="Goldman"/>
                <a:sym typeface="Goldman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Font typeface="Goldman"/>
              <a:buNone/>
              <a:defRPr>
                <a:latin typeface="Goldman"/>
                <a:ea typeface="Goldman"/>
                <a:cs typeface="Goldman"/>
                <a:sym typeface="Goldman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Font typeface="Goldman"/>
              <a:buNone/>
              <a:defRPr>
                <a:latin typeface="Goldman"/>
                <a:ea typeface="Goldman"/>
                <a:cs typeface="Goldman"/>
                <a:sym typeface="Goldman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Font typeface="Goldman"/>
              <a:buNone/>
              <a:defRPr>
                <a:latin typeface="Goldman"/>
                <a:ea typeface="Goldman"/>
                <a:cs typeface="Goldman"/>
                <a:sym typeface="Goldman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Font typeface="Goldman"/>
              <a:buNone/>
              <a:defRPr>
                <a:latin typeface="Goldman"/>
                <a:ea typeface="Goldman"/>
                <a:cs typeface="Goldman"/>
                <a:sym typeface="Goldman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Font typeface="Goldman"/>
              <a:buNone/>
              <a:defRPr>
                <a:latin typeface="Goldman"/>
                <a:ea typeface="Goldman"/>
                <a:cs typeface="Goldman"/>
                <a:sym typeface="Goldman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Font typeface="Goldman"/>
              <a:buNone/>
              <a:defRPr>
                <a:latin typeface="Goldman"/>
                <a:ea typeface="Goldman"/>
                <a:cs typeface="Goldman"/>
                <a:sym typeface="Goldman"/>
              </a:defRPr>
            </a:lvl9pPr>
          </a:lstStyle>
          <a:p>
            <a:endParaRPr/>
          </a:p>
        </p:txBody>
      </p:sp>
      <p:grpSp>
        <p:nvGrpSpPr>
          <p:cNvPr id="448" name="Google Shape;448;p22"/>
          <p:cNvGrpSpPr/>
          <p:nvPr/>
        </p:nvGrpSpPr>
        <p:grpSpPr>
          <a:xfrm>
            <a:off x="713225" y="4676775"/>
            <a:ext cx="742950" cy="76200"/>
            <a:chOff x="2647950" y="4676775"/>
            <a:chExt cx="742950" cy="76200"/>
          </a:xfrm>
        </p:grpSpPr>
        <p:sp>
          <p:nvSpPr>
            <p:cNvPr id="449" name="Google Shape;449;p22"/>
            <p:cNvSpPr/>
            <p:nvPr/>
          </p:nvSpPr>
          <p:spPr>
            <a:xfrm>
              <a:off x="2647950" y="4676775"/>
              <a:ext cx="76200" cy="762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" name="Google Shape;450;p22"/>
            <p:cNvSpPr/>
            <p:nvPr/>
          </p:nvSpPr>
          <p:spPr>
            <a:xfrm>
              <a:off x="2870200" y="4676775"/>
              <a:ext cx="76200" cy="762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" name="Google Shape;451;p22"/>
            <p:cNvSpPr/>
            <p:nvPr/>
          </p:nvSpPr>
          <p:spPr>
            <a:xfrm>
              <a:off x="3092450" y="4676775"/>
              <a:ext cx="76200" cy="762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" name="Google Shape;452;p22"/>
            <p:cNvSpPr/>
            <p:nvPr/>
          </p:nvSpPr>
          <p:spPr>
            <a:xfrm>
              <a:off x="3314700" y="4676775"/>
              <a:ext cx="76200" cy="762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53" name="Google Shape;453;p22"/>
          <p:cNvSpPr/>
          <p:nvPr/>
        </p:nvSpPr>
        <p:spPr>
          <a:xfrm>
            <a:off x="-228600" y="4699490"/>
            <a:ext cx="952500" cy="663075"/>
          </a:xfrm>
          <a:custGeom>
            <a:avLst/>
            <a:gdLst/>
            <a:ahLst/>
            <a:cxnLst/>
            <a:rect l="l" t="t" r="r" b="b"/>
            <a:pathLst>
              <a:path w="38100" h="26523" extrusionOk="0">
                <a:moveTo>
                  <a:pt x="0" y="4425"/>
                </a:moveTo>
                <a:cubicBezTo>
                  <a:pt x="4462" y="2709"/>
                  <a:pt x="9028" y="-704"/>
                  <a:pt x="13716" y="234"/>
                </a:cubicBezTo>
                <a:cubicBezTo>
                  <a:pt x="25436" y="2578"/>
                  <a:pt x="34320" y="15184"/>
                  <a:pt x="38100" y="26523"/>
                </a:cubicBezTo>
              </a:path>
            </a:pathLst>
          </a:cu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454" name="Google Shape;454;p22"/>
          <p:cNvSpPr/>
          <p:nvPr/>
        </p:nvSpPr>
        <p:spPr>
          <a:xfrm>
            <a:off x="-161925" y="4937584"/>
            <a:ext cx="1095375" cy="491675"/>
          </a:xfrm>
          <a:custGeom>
            <a:avLst/>
            <a:gdLst/>
            <a:ahLst/>
            <a:cxnLst/>
            <a:rect l="l" t="t" r="r" b="b"/>
            <a:pathLst>
              <a:path w="43815" h="19667" extrusionOk="0">
                <a:moveTo>
                  <a:pt x="0" y="13571"/>
                </a:moveTo>
                <a:cubicBezTo>
                  <a:pt x="7584" y="6800"/>
                  <a:pt x="17383" y="-1310"/>
                  <a:pt x="27432" y="236"/>
                </a:cubicBezTo>
                <a:cubicBezTo>
                  <a:pt x="35805" y="1524"/>
                  <a:pt x="41136" y="11630"/>
                  <a:pt x="43815" y="19667"/>
                </a:cubicBezTo>
              </a:path>
            </a:pathLst>
          </a:cu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455" name="Google Shape;455;p22"/>
          <p:cNvSpPr/>
          <p:nvPr/>
        </p:nvSpPr>
        <p:spPr>
          <a:xfrm>
            <a:off x="7934325" y="-209550"/>
            <a:ext cx="1343025" cy="1733550"/>
          </a:xfrm>
          <a:custGeom>
            <a:avLst/>
            <a:gdLst/>
            <a:ahLst/>
            <a:cxnLst/>
            <a:rect l="l" t="t" r="r" b="b"/>
            <a:pathLst>
              <a:path w="53721" h="69342" extrusionOk="0">
                <a:moveTo>
                  <a:pt x="0" y="0"/>
                </a:moveTo>
                <a:cubicBezTo>
                  <a:pt x="351" y="7727"/>
                  <a:pt x="4421" y="16922"/>
                  <a:pt x="11430" y="20193"/>
                </a:cubicBezTo>
                <a:cubicBezTo>
                  <a:pt x="20452" y="24403"/>
                  <a:pt x="30411" y="27902"/>
                  <a:pt x="37338" y="35052"/>
                </a:cubicBezTo>
                <a:cubicBezTo>
                  <a:pt x="46152" y="44150"/>
                  <a:pt x="45808" y="59450"/>
                  <a:pt x="53721" y="69342"/>
                </a:cubicBezTo>
              </a:path>
            </a:pathLst>
          </a:cu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456" name="Google Shape;456;p22"/>
          <p:cNvSpPr/>
          <p:nvPr/>
        </p:nvSpPr>
        <p:spPr>
          <a:xfrm>
            <a:off x="7515225" y="-114300"/>
            <a:ext cx="1752600" cy="462100"/>
          </a:xfrm>
          <a:custGeom>
            <a:avLst/>
            <a:gdLst/>
            <a:ahLst/>
            <a:cxnLst/>
            <a:rect l="l" t="t" r="r" b="b"/>
            <a:pathLst>
              <a:path w="70104" h="18484" extrusionOk="0">
                <a:moveTo>
                  <a:pt x="0" y="0"/>
                </a:moveTo>
                <a:cubicBezTo>
                  <a:pt x="5330" y="10217"/>
                  <a:pt x="17908" y="19763"/>
                  <a:pt x="29337" y="18288"/>
                </a:cubicBezTo>
                <a:cubicBezTo>
                  <a:pt x="42862" y="16543"/>
                  <a:pt x="58757" y="7295"/>
                  <a:pt x="70104" y="14859"/>
                </a:cubicBezTo>
              </a:path>
            </a:pathLst>
          </a:cu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457" name="Google Shape;457;p22"/>
          <p:cNvSpPr/>
          <p:nvPr/>
        </p:nvSpPr>
        <p:spPr>
          <a:xfrm>
            <a:off x="6829425" y="4807221"/>
            <a:ext cx="1524000" cy="507725"/>
          </a:xfrm>
          <a:custGeom>
            <a:avLst/>
            <a:gdLst/>
            <a:ahLst/>
            <a:cxnLst/>
            <a:rect l="l" t="t" r="r" b="b"/>
            <a:pathLst>
              <a:path w="60960" h="20309" extrusionOk="0">
                <a:moveTo>
                  <a:pt x="0" y="20309"/>
                </a:moveTo>
                <a:cubicBezTo>
                  <a:pt x="3653" y="10719"/>
                  <a:pt x="13020" y="-813"/>
                  <a:pt x="23241" y="116"/>
                </a:cubicBezTo>
                <a:cubicBezTo>
                  <a:pt x="29401" y="676"/>
                  <a:pt x="34629" y="5445"/>
                  <a:pt x="40767" y="6212"/>
                </a:cubicBezTo>
                <a:cubicBezTo>
                  <a:pt x="45118" y="6756"/>
                  <a:pt x="50336" y="5711"/>
                  <a:pt x="53721" y="8498"/>
                </a:cubicBezTo>
                <a:cubicBezTo>
                  <a:pt x="57285" y="11433"/>
                  <a:pt x="56579" y="18849"/>
                  <a:pt x="60960" y="20309"/>
                </a:cubicBezTo>
              </a:path>
            </a:pathLst>
          </a:cu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458" name="Google Shape;458;p22"/>
          <p:cNvSpPr/>
          <p:nvPr/>
        </p:nvSpPr>
        <p:spPr>
          <a:xfrm>
            <a:off x="-228600" y="2076450"/>
            <a:ext cx="544625" cy="1628775"/>
          </a:xfrm>
          <a:custGeom>
            <a:avLst/>
            <a:gdLst/>
            <a:ahLst/>
            <a:cxnLst/>
            <a:rect l="l" t="t" r="r" b="b"/>
            <a:pathLst>
              <a:path w="21785" h="65151" extrusionOk="0">
                <a:moveTo>
                  <a:pt x="0" y="0"/>
                </a:moveTo>
                <a:cubicBezTo>
                  <a:pt x="8831" y="6868"/>
                  <a:pt x="19274" y="14912"/>
                  <a:pt x="21336" y="25908"/>
                </a:cubicBezTo>
                <a:cubicBezTo>
                  <a:pt x="23939" y="39793"/>
                  <a:pt x="13643" y="53726"/>
                  <a:pt x="5334" y="65151"/>
                </a:cubicBezTo>
              </a:path>
            </a:pathLst>
          </a:cu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sp>
      <p:grpSp>
        <p:nvGrpSpPr>
          <p:cNvPr id="459" name="Google Shape;459;p22"/>
          <p:cNvGrpSpPr/>
          <p:nvPr/>
        </p:nvGrpSpPr>
        <p:grpSpPr>
          <a:xfrm>
            <a:off x="471725" y="298000"/>
            <a:ext cx="241500" cy="241500"/>
            <a:chOff x="-1752450" y="4362450"/>
            <a:chExt cx="241500" cy="241500"/>
          </a:xfrm>
        </p:grpSpPr>
        <p:sp>
          <p:nvSpPr>
            <p:cNvPr id="460" name="Google Shape;460;p22"/>
            <p:cNvSpPr/>
            <p:nvPr/>
          </p:nvSpPr>
          <p:spPr>
            <a:xfrm>
              <a:off x="-1752450" y="4362450"/>
              <a:ext cx="114300" cy="2415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" name="Google Shape;461;p22"/>
            <p:cNvSpPr/>
            <p:nvPr/>
          </p:nvSpPr>
          <p:spPr>
            <a:xfrm rot="5400000">
              <a:off x="-1688850" y="4298850"/>
              <a:ext cx="114300" cy="2415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CUSTOM_8">
    <p:spTree>
      <p:nvGrpSpPr>
        <p:cNvPr id="1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23"/>
          <p:cNvSpPr txBox="1">
            <a:spLocks noGrp="1"/>
          </p:cNvSpPr>
          <p:nvPr>
            <p:ph type="title" hasCustomPrompt="1"/>
          </p:nvPr>
        </p:nvSpPr>
        <p:spPr>
          <a:xfrm>
            <a:off x="713227" y="1985240"/>
            <a:ext cx="4766400" cy="768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500"/>
              <a:buFont typeface="Goldman"/>
              <a:buNone/>
              <a:defRPr sz="4500">
                <a:latin typeface="Goldman"/>
                <a:ea typeface="Goldman"/>
                <a:cs typeface="Goldman"/>
                <a:sym typeface="Goldman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500"/>
              <a:buFont typeface="Goldman"/>
              <a:buNone/>
              <a:defRPr sz="4500">
                <a:latin typeface="Goldman"/>
                <a:ea typeface="Goldman"/>
                <a:cs typeface="Goldman"/>
                <a:sym typeface="Goldman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500"/>
              <a:buFont typeface="Goldman"/>
              <a:buNone/>
              <a:defRPr sz="4500">
                <a:latin typeface="Goldman"/>
                <a:ea typeface="Goldman"/>
                <a:cs typeface="Goldman"/>
                <a:sym typeface="Goldman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500"/>
              <a:buFont typeface="Goldman"/>
              <a:buNone/>
              <a:defRPr sz="4500">
                <a:latin typeface="Goldman"/>
                <a:ea typeface="Goldman"/>
                <a:cs typeface="Goldman"/>
                <a:sym typeface="Goldman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500"/>
              <a:buFont typeface="Goldman"/>
              <a:buNone/>
              <a:defRPr sz="4500">
                <a:latin typeface="Goldman"/>
                <a:ea typeface="Goldman"/>
                <a:cs typeface="Goldman"/>
                <a:sym typeface="Goldman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500"/>
              <a:buFont typeface="Goldman"/>
              <a:buNone/>
              <a:defRPr sz="4500">
                <a:latin typeface="Goldman"/>
                <a:ea typeface="Goldman"/>
                <a:cs typeface="Goldman"/>
                <a:sym typeface="Goldman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500"/>
              <a:buFont typeface="Goldman"/>
              <a:buNone/>
              <a:defRPr sz="4500">
                <a:latin typeface="Goldman"/>
                <a:ea typeface="Goldman"/>
                <a:cs typeface="Goldman"/>
                <a:sym typeface="Goldman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500"/>
              <a:buFont typeface="Goldman"/>
              <a:buNone/>
              <a:defRPr sz="4500">
                <a:latin typeface="Goldman"/>
                <a:ea typeface="Goldman"/>
                <a:cs typeface="Goldman"/>
                <a:sym typeface="Goldman"/>
              </a:defRPr>
            </a:lvl9pPr>
          </a:lstStyle>
          <a:p>
            <a:r>
              <a:t>xx%</a:t>
            </a:r>
          </a:p>
        </p:txBody>
      </p:sp>
      <p:sp>
        <p:nvSpPr>
          <p:cNvPr id="464" name="Google Shape;464;p23"/>
          <p:cNvSpPr txBox="1">
            <a:spLocks noGrp="1"/>
          </p:cNvSpPr>
          <p:nvPr>
            <p:ph type="subTitle" idx="1"/>
          </p:nvPr>
        </p:nvSpPr>
        <p:spPr>
          <a:xfrm>
            <a:off x="713227" y="2757156"/>
            <a:ext cx="4766400" cy="41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465" name="Google Shape;465;p23"/>
          <p:cNvSpPr txBox="1">
            <a:spLocks noGrp="1"/>
          </p:cNvSpPr>
          <p:nvPr>
            <p:ph type="title" idx="2" hasCustomPrompt="1"/>
          </p:nvPr>
        </p:nvSpPr>
        <p:spPr>
          <a:xfrm>
            <a:off x="713227" y="539500"/>
            <a:ext cx="4766400" cy="768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500"/>
              <a:buFont typeface="Goldman"/>
              <a:buNone/>
              <a:defRPr sz="4500">
                <a:latin typeface="Goldman"/>
                <a:ea typeface="Goldman"/>
                <a:cs typeface="Goldman"/>
                <a:sym typeface="Goldman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500"/>
              <a:buFont typeface="Goldman"/>
              <a:buNone/>
              <a:defRPr sz="4500">
                <a:latin typeface="Goldman"/>
                <a:ea typeface="Goldman"/>
                <a:cs typeface="Goldman"/>
                <a:sym typeface="Goldman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500"/>
              <a:buFont typeface="Goldman"/>
              <a:buNone/>
              <a:defRPr sz="4500">
                <a:latin typeface="Goldman"/>
                <a:ea typeface="Goldman"/>
                <a:cs typeface="Goldman"/>
                <a:sym typeface="Goldman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500"/>
              <a:buFont typeface="Goldman"/>
              <a:buNone/>
              <a:defRPr sz="4500">
                <a:latin typeface="Goldman"/>
                <a:ea typeface="Goldman"/>
                <a:cs typeface="Goldman"/>
                <a:sym typeface="Goldman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500"/>
              <a:buFont typeface="Goldman"/>
              <a:buNone/>
              <a:defRPr sz="4500">
                <a:latin typeface="Goldman"/>
                <a:ea typeface="Goldman"/>
                <a:cs typeface="Goldman"/>
                <a:sym typeface="Goldman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500"/>
              <a:buFont typeface="Goldman"/>
              <a:buNone/>
              <a:defRPr sz="4500">
                <a:latin typeface="Goldman"/>
                <a:ea typeface="Goldman"/>
                <a:cs typeface="Goldman"/>
                <a:sym typeface="Goldman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500"/>
              <a:buFont typeface="Goldman"/>
              <a:buNone/>
              <a:defRPr sz="4500">
                <a:latin typeface="Goldman"/>
                <a:ea typeface="Goldman"/>
                <a:cs typeface="Goldman"/>
                <a:sym typeface="Goldman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500"/>
              <a:buFont typeface="Goldman"/>
              <a:buNone/>
              <a:defRPr sz="4500">
                <a:latin typeface="Goldman"/>
                <a:ea typeface="Goldman"/>
                <a:cs typeface="Goldman"/>
                <a:sym typeface="Goldman"/>
              </a:defRPr>
            </a:lvl9pPr>
          </a:lstStyle>
          <a:p>
            <a:r>
              <a:t>xx%</a:t>
            </a:r>
          </a:p>
        </p:txBody>
      </p:sp>
      <p:sp>
        <p:nvSpPr>
          <p:cNvPr id="466" name="Google Shape;466;p23"/>
          <p:cNvSpPr txBox="1">
            <a:spLocks noGrp="1"/>
          </p:cNvSpPr>
          <p:nvPr>
            <p:ph type="subTitle" idx="3"/>
          </p:nvPr>
        </p:nvSpPr>
        <p:spPr>
          <a:xfrm>
            <a:off x="713227" y="1314435"/>
            <a:ext cx="4766400" cy="41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467" name="Google Shape;467;p23"/>
          <p:cNvSpPr txBox="1">
            <a:spLocks noGrp="1"/>
          </p:cNvSpPr>
          <p:nvPr>
            <p:ph type="title" idx="4" hasCustomPrompt="1"/>
          </p:nvPr>
        </p:nvSpPr>
        <p:spPr>
          <a:xfrm>
            <a:off x="713227" y="3430979"/>
            <a:ext cx="4766400" cy="768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500"/>
              <a:buFont typeface="Goldman"/>
              <a:buNone/>
              <a:defRPr sz="4500">
                <a:latin typeface="Goldman"/>
                <a:ea typeface="Goldman"/>
                <a:cs typeface="Goldman"/>
                <a:sym typeface="Goldman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500"/>
              <a:buFont typeface="Goldman"/>
              <a:buNone/>
              <a:defRPr sz="4500">
                <a:latin typeface="Goldman"/>
                <a:ea typeface="Goldman"/>
                <a:cs typeface="Goldman"/>
                <a:sym typeface="Goldman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500"/>
              <a:buFont typeface="Goldman"/>
              <a:buNone/>
              <a:defRPr sz="4500">
                <a:latin typeface="Goldman"/>
                <a:ea typeface="Goldman"/>
                <a:cs typeface="Goldman"/>
                <a:sym typeface="Goldman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500"/>
              <a:buFont typeface="Goldman"/>
              <a:buNone/>
              <a:defRPr sz="4500">
                <a:latin typeface="Goldman"/>
                <a:ea typeface="Goldman"/>
                <a:cs typeface="Goldman"/>
                <a:sym typeface="Goldman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500"/>
              <a:buFont typeface="Goldman"/>
              <a:buNone/>
              <a:defRPr sz="4500">
                <a:latin typeface="Goldman"/>
                <a:ea typeface="Goldman"/>
                <a:cs typeface="Goldman"/>
                <a:sym typeface="Goldman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500"/>
              <a:buFont typeface="Goldman"/>
              <a:buNone/>
              <a:defRPr sz="4500">
                <a:latin typeface="Goldman"/>
                <a:ea typeface="Goldman"/>
                <a:cs typeface="Goldman"/>
                <a:sym typeface="Goldman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500"/>
              <a:buFont typeface="Goldman"/>
              <a:buNone/>
              <a:defRPr sz="4500">
                <a:latin typeface="Goldman"/>
                <a:ea typeface="Goldman"/>
                <a:cs typeface="Goldman"/>
                <a:sym typeface="Goldman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500"/>
              <a:buFont typeface="Goldman"/>
              <a:buNone/>
              <a:defRPr sz="4500">
                <a:latin typeface="Goldman"/>
                <a:ea typeface="Goldman"/>
                <a:cs typeface="Goldman"/>
                <a:sym typeface="Goldman"/>
              </a:defRPr>
            </a:lvl9pPr>
          </a:lstStyle>
          <a:p>
            <a:r>
              <a:t>xx%</a:t>
            </a:r>
          </a:p>
        </p:txBody>
      </p:sp>
      <p:sp>
        <p:nvSpPr>
          <p:cNvPr id="468" name="Google Shape;468;p23"/>
          <p:cNvSpPr txBox="1">
            <a:spLocks noGrp="1"/>
          </p:cNvSpPr>
          <p:nvPr>
            <p:ph type="subTitle" idx="5"/>
          </p:nvPr>
        </p:nvSpPr>
        <p:spPr>
          <a:xfrm>
            <a:off x="713227" y="4199876"/>
            <a:ext cx="4766400" cy="41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grpSp>
        <p:nvGrpSpPr>
          <p:cNvPr id="469" name="Google Shape;469;p23"/>
          <p:cNvGrpSpPr/>
          <p:nvPr/>
        </p:nvGrpSpPr>
        <p:grpSpPr>
          <a:xfrm flipH="1">
            <a:off x="8425100" y="298000"/>
            <a:ext cx="241500" cy="241500"/>
            <a:chOff x="-1752450" y="4362450"/>
            <a:chExt cx="241500" cy="241500"/>
          </a:xfrm>
        </p:grpSpPr>
        <p:sp>
          <p:nvSpPr>
            <p:cNvPr id="470" name="Google Shape;470;p23"/>
            <p:cNvSpPr/>
            <p:nvPr/>
          </p:nvSpPr>
          <p:spPr>
            <a:xfrm>
              <a:off x="-1752450" y="4362450"/>
              <a:ext cx="114300" cy="2415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" name="Google Shape;471;p23"/>
            <p:cNvSpPr/>
            <p:nvPr/>
          </p:nvSpPr>
          <p:spPr>
            <a:xfrm rot="5400000">
              <a:off x="-1688850" y="4298850"/>
              <a:ext cx="114300" cy="2415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72" name="Google Shape;472;p23"/>
          <p:cNvGrpSpPr/>
          <p:nvPr/>
        </p:nvGrpSpPr>
        <p:grpSpPr>
          <a:xfrm flipH="1">
            <a:off x="713225" y="4676775"/>
            <a:ext cx="742950" cy="76200"/>
            <a:chOff x="2647950" y="4676775"/>
            <a:chExt cx="742950" cy="76200"/>
          </a:xfrm>
        </p:grpSpPr>
        <p:sp>
          <p:nvSpPr>
            <p:cNvPr id="473" name="Google Shape;473;p23"/>
            <p:cNvSpPr/>
            <p:nvPr/>
          </p:nvSpPr>
          <p:spPr>
            <a:xfrm>
              <a:off x="2647950" y="4676775"/>
              <a:ext cx="76200" cy="762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" name="Google Shape;474;p23"/>
            <p:cNvSpPr/>
            <p:nvPr/>
          </p:nvSpPr>
          <p:spPr>
            <a:xfrm>
              <a:off x="2870200" y="4676775"/>
              <a:ext cx="76200" cy="762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" name="Google Shape;475;p23"/>
            <p:cNvSpPr/>
            <p:nvPr/>
          </p:nvSpPr>
          <p:spPr>
            <a:xfrm>
              <a:off x="3092450" y="4676775"/>
              <a:ext cx="76200" cy="762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" name="Google Shape;476;p23"/>
            <p:cNvSpPr/>
            <p:nvPr/>
          </p:nvSpPr>
          <p:spPr>
            <a:xfrm>
              <a:off x="3314700" y="4676775"/>
              <a:ext cx="76200" cy="762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3_1">
    <p:spTree>
      <p:nvGrpSpPr>
        <p:cNvPr id="1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24"/>
          <p:cNvSpPr txBox="1">
            <a:spLocks noGrp="1"/>
          </p:cNvSpPr>
          <p:nvPr>
            <p:ph type="title"/>
          </p:nvPr>
        </p:nvSpPr>
        <p:spPr>
          <a:xfrm>
            <a:off x="2055150" y="540000"/>
            <a:ext cx="5034000" cy="1058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479" name="Google Shape;479;p24"/>
          <p:cNvSpPr txBox="1">
            <a:spLocks noGrp="1"/>
          </p:cNvSpPr>
          <p:nvPr>
            <p:ph type="subTitle" idx="1"/>
          </p:nvPr>
        </p:nvSpPr>
        <p:spPr>
          <a:xfrm>
            <a:off x="2055000" y="1532025"/>
            <a:ext cx="5034000" cy="73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80" name="Google Shape;480;p24"/>
          <p:cNvSpPr txBox="1"/>
          <p:nvPr/>
        </p:nvSpPr>
        <p:spPr>
          <a:xfrm>
            <a:off x="1821000" y="3611950"/>
            <a:ext cx="5502000" cy="55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CREDITS:</a:t>
            </a:r>
            <a:r>
              <a:rPr lang="en" sz="12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 This presentation template was created by </a:t>
            </a:r>
            <a:r>
              <a:rPr lang="en" sz="1200" b="1" u="sng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2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, and includes icons by </a:t>
            </a:r>
            <a:r>
              <a:rPr lang="en" sz="1200" b="1" u="sng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2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, and infographics &amp; images by </a:t>
            </a:r>
            <a:r>
              <a:rPr lang="en" sz="1200" b="1" u="sng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r>
              <a:rPr lang="en" sz="1200" u="sng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 </a:t>
            </a:r>
            <a:endParaRPr sz="1200" b="1" u="sng">
              <a:solidFill>
                <a:schemeClr val="dk1"/>
              </a:solidFill>
              <a:latin typeface="Mulish"/>
              <a:ea typeface="Mulish"/>
              <a:cs typeface="Mulish"/>
              <a:sym typeface="Mulish"/>
            </a:endParaRPr>
          </a:p>
        </p:txBody>
      </p:sp>
      <p:sp>
        <p:nvSpPr>
          <p:cNvPr id="481" name="Google Shape;481;p24"/>
          <p:cNvSpPr/>
          <p:nvPr/>
        </p:nvSpPr>
        <p:spPr>
          <a:xfrm>
            <a:off x="7673475" y="800101"/>
            <a:ext cx="2722975" cy="4971440"/>
          </a:xfrm>
          <a:custGeom>
            <a:avLst/>
            <a:gdLst/>
            <a:ahLst/>
            <a:cxnLst/>
            <a:rect l="l" t="t" r="r" b="b"/>
            <a:pathLst>
              <a:path w="39412" h="71956" extrusionOk="0">
                <a:moveTo>
                  <a:pt x="26435" y="5219"/>
                </a:moveTo>
                <a:cubicBezTo>
                  <a:pt x="26414" y="5447"/>
                  <a:pt x="26391" y="5674"/>
                  <a:pt x="26366" y="5900"/>
                </a:cubicBezTo>
                <a:lnTo>
                  <a:pt x="24728" y="5219"/>
                </a:lnTo>
                <a:close/>
                <a:moveTo>
                  <a:pt x="36617" y="5219"/>
                </a:moveTo>
                <a:lnTo>
                  <a:pt x="34266" y="6197"/>
                </a:lnTo>
                <a:cubicBezTo>
                  <a:pt x="34307" y="5875"/>
                  <a:pt x="34344" y="5549"/>
                  <a:pt x="34375" y="5219"/>
                </a:cubicBezTo>
                <a:close/>
                <a:moveTo>
                  <a:pt x="30064" y="5219"/>
                </a:moveTo>
                <a:lnTo>
                  <a:pt x="30064" y="7439"/>
                </a:lnTo>
                <a:lnTo>
                  <a:pt x="26467" y="5942"/>
                </a:lnTo>
                <a:cubicBezTo>
                  <a:pt x="26494" y="5702"/>
                  <a:pt x="26518" y="5461"/>
                  <a:pt x="26541" y="5219"/>
                </a:cubicBezTo>
                <a:close/>
                <a:moveTo>
                  <a:pt x="34269" y="5219"/>
                </a:moveTo>
                <a:cubicBezTo>
                  <a:pt x="34236" y="5564"/>
                  <a:pt x="34198" y="5906"/>
                  <a:pt x="34154" y="6243"/>
                </a:cubicBezTo>
                <a:lnTo>
                  <a:pt x="31282" y="7439"/>
                </a:lnTo>
                <a:lnTo>
                  <a:pt x="31282" y="5219"/>
                </a:lnTo>
                <a:close/>
                <a:moveTo>
                  <a:pt x="34108" y="6587"/>
                </a:moveTo>
                <a:cubicBezTo>
                  <a:pt x="33621" y="10031"/>
                  <a:pt x="32586" y="13006"/>
                  <a:pt x="31282" y="15337"/>
                </a:cubicBezTo>
                <a:lnTo>
                  <a:pt x="31282" y="7763"/>
                </a:lnTo>
                <a:lnTo>
                  <a:pt x="34108" y="6587"/>
                </a:lnTo>
                <a:close/>
                <a:moveTo>
                  <a:pt x="20438" y="17390"/>
                </a:moveTo>
                <a:lnTo>
                  <a:pt x="20438" y="18004"/>
                </a:lnTo>
                <a:lnTo>
                  <a:pt x="19995" y="18004"/>
                </a:lnTo>
                <a:cubicBezTo>
                  <a:pt x="20128" y="17809"/>
                  <a:pt x="20260" y="17604"/>
                  <a:pt x="20389" y="17390"/>
                </a:cubicBezTo>
                <a:close/>
                <a:moveTo>
                  <a:pt x="23951" y="5218"/>
                </a:moveTo>
                <a:lnTo>
                  <a:pt x="26331" y="6210"/>
                </a:lnTo>
                <a:cubicBezTo>
                  <a:pt x="25896" y="9839"/>
                  <a:pt x="24941" y="13226"/>
                  <a:pt x="23593" y="15872"/>
                </a:cubicBezTo>
                <a:cubicBezTo>
                  <a:pt x="23456" y="16140"/>
                  <a:pt x="23316" y="16400"/>
                  <a:pt x="23172" y="16651"/>
                </a:cubicBezTo>
                <a:cubicBezTo>
                  <a:pt x="23051" y="16583"/>
                  <a:pt x="22910" y="16544"/>
                  <a:pt x="22761" y="16544"/>
                </a:cubicBezTo>
                <a:cubicBezTo>
                  <a:pt x="22293" y="16544"/>
                  <a:pt x="21914" y="16923"/>
                  <a:pt x="21914" y="17390"/>
                </a:cubicBezTo>
                <a:lnTo>
                  <a:pt x="22645" y="17390"/>
                </a:lnTo>
                <a:lnTo>
                  <a:pt x="22645" y="17507"/>
                </a:lnTo>
                <a:cubicBezTo>
                  <a:pt x="22532" y="17679"/>
                  <a:pt x="22418" y="17844"/>
                  <a:pt x="22302" y="18004"/>
                </a:cubicBezTo>
                <a:lnTo>
                  <a:pt x="20668" y="18004"/>
                </a:lnTo>
                <a:lnTo>
                  <a:pt x="20668" y="17390"/>
                </a:lnTo>
                <a:lnTo>
                  <a:pt x="21399" y="17390"/>
                </a:lnTo>
                <a:cubicBezTo>
                  <a:pt x="21399" y="17024"/>
                  <a:pt x="21166" y="16713"/>
                  <a:pt x="20841" y="16595"/>
                </a:cubicBezTo>
                <a:cubicBezTo>
                  <a:pt x="20957" y="16378"/>
                  <a:pt x="21071" y="16154"/>
                  <a:pt x="21183" y="15922"/>
                </a:cubicBezTo>
                <a:cubicBezTo>
                  <a:pt x="22577" y="13043"/>
                  <a:pt x="23537" y="9257"/>
                  <a:pt x="23906" y="5218"/>
                </a:cubicBezTo>
                <a:close/>
                <a:moveTo>
                  <a:pt x="22645" y="17705"/>
                </a:moveTo>
                <a:lnTo>
                  <a:pt x="22645" y="18005"/>
                </a:lnTo>
                <a:lnTo>
                  <a:pt x="22437" y="18005"/>
                </a:lnTo>
                <a:cubicBezTo>
                  <a:pt x="22507" y="17906"/>
                  <a:pt x="22577" y="17806"/>
                  <a:pt x="22645" y="17705"/>
                </a:cubicBezTo>
                <a:close/>
                <a:moveTo>
                  <a:pt x="37183" y="5306"/>
                </a:moveTo>
                <a:cubicBezTo>
                  <a:pt x="36576" y="11373"/>
                  <a:pt x="34103" y="16160"/>
                  <a:pt x="31282" y="18753"/>
                </a:cubicBezTo>
                <a:lnTo>
                  <a:pt x="31282" y="15545"/>
                </a:lnTo>
                <a:cubicBezTo>
                  <a:pt x="32644" y="13165"/>
                  <a:pt x="33724" y="10100"/>
                  <a:pt x="34221" y="6539"/>
                </a:cubicBezTo>
                <a:lnTo>
                  <a:pt x="37183" y="5306"/>
                </a:lnTo>
                <a:close/>
                <a:moveTo>
                  <a:pt x="22128" y="18853"/>
                </a:moveTo>
                <a:lnTo>
                  <a:pt x="21574" y="19084"/>
                </a:lnTo>
                <a:cubicBezTo>
                  <a:pt x="21642" y="19009"/>
                  <a:pt x="21711" y="18933"/>
                  <a:pt x="21778" y="18853"/>
                </a:cubicBezTo>
                <a:close/>
                <a:moveTo>
                  <a:pt x="21627" y="18853"/>
                </a:moveTo>
                <a:cubicBezTo>
                  <a:pt x="21526" y="18968"/>
                  <a:pt x="21426" y="19077"/>
                  <a:pt x="21324" y="19183"/>
                </a:cubicBezTo>
                <a:cubicBezTo>
                  <a:pt x="21243" y="19077"/>
                  <a:pt x="21164" y="18968"/>
                  <a:pt x="21086" y="18853"/>
                </a:cubicBezTo>
                <a:close/>
                <a:moveTo>
                  <a:pt x="14353" y="18853"/>
                </a:moveTo>
                <a:cubicBezTo>
                  <a:pt x="14317" y="19035"/>
                  <a:pt x="14280" y="19215"/>
                  <a:pt x="14242" y="19394"/>
                </a:cubicBezTo>
                <a:lnTo>
                  <a:pt x="12941" y="18853"/>
                </a:lnTo>
                <a:close/>
                <a:moveTo>
                  <a:pt x="20962" y="18853"/>
                </a:moveTo>
                <a:cubicBezTo>
                  <a:pt x="21048" y="18984"/>
                  <a:pt x="21138" y="19108"/>
                  <a:pt x="21230" y="19227"/>
                </a:cubicBezTo>
                <a:lnTo>
                  <a:pt x="20317" y="19608"/>
                </a:lnTo>
                <a:cubicBezTo>
                  <a:pt x="20374" y="19357"/>
                  <a:pt x="20427" y="19106"/>
                  <a:pt x="20478" y="18853"/>
                </a:cubicBezTo>
                <a:close/>
                <a:moveTo>
                  <a:pt x="22176" y="19084"/>
                </a:moveTo>
                <a:cubicBezTo>
                  <a:pt x="22119" y="19358"/>
                  <a:pt x="22055" y="19631"/>
                  <a:pt x="21987" y="19902"/>
                </a:cubicBezTo>
                <a:cubicBezTo>
                  <a:pt x="21811" y="19745"/>
                  <a:pt x="21641" y="19569"/>
                  <a:pt x="21478" y="19373"/>
                </a:cubicBezTo>
                <a:lnTo>
                  <a:pt x="22176" y="19084"/>
                </a:lnTo>
                <a:close/>
                <a:moveTo>
                  <a:pt x="14646" y="18853"/>
                </a:moveTo>
                <a:cubicBezTo>
                  <a:pt x="14904" y="19258"/>
                  <a:pt x="15178" y="19608"/>
                  <a:pt x="15465" y="19904"/>
                </a:cubicBezTo>
                <a:lnTo>
                  <a:pt x="14341" y="19435"/>
                </a:lnTo>
                <a:cubicBezTo>
                  <a:pt x="14383" y="19243"/>
                  <a:pt x="14422" y="19049"/>
                  <a:pt x="14460" y="18853"/>
                </a:cubicBezTo>
                <a:close/>
                <a:moveTo>
                  <a:pt x="19228" y="18853"/>
                </a:moveTo>
                <a:cubicBezTo>
                  <a:pt x="18830" y="19331"/>
                  <a:pt x="18421" y="19732"/>
                  <a:pt x="18006" y="20049"/>
                </a:cubicBezTo>
                <a:lnTo>
                  <a:pt x="18006" y="18853"/>
                </a:lnTo>
                <a:close/>
                <a:moveTo>
                  <a:pt x="20866" y="19628"/>
                </a:moveTo>
                <a:lnTo>
                  <a:pt x="20866" y="19628"/>
                </a:lnTo>
                <a:cubicBezTo>
                  <a:pt x="20637" y="19835"/>
                  <a:pt x="20406" y="20018"/>
                  <a:pt x="20175" y="20178"/>
                </a:cubicBezTo>
                <a:cubicBezTo>
                  <a:pt x="20199" y="20080"/>
                  <a:pt x="20224" y="19983"/>
                  <a:pt x="20249" y="19885"/>
                </a:cubicBezTo>
                <a:lnTo>
                  <a:pt x="20866" y="19628"/>
                </a:lnTo>
                <a:close/>
                <a:moveTo>
                  <a:pt x="12780" y="19035"/>
                </a:moveTo>
                <a:lnTo>
                  <a:pt x="14193" y="19624"/>
                </a:lnTo>
                <a:cubicBezTo>
                  <a:pt x="14139" y="19867"/>
                  <a:pt x="14081" y="20105"/>
                  <a:pt x="14021" y="20341"/>
                </a:cubicBezTo>
                <a:cubicBezTo>
                  <a:pt x="13584" y="20029"/>
                  <a:pt x="13167" y="19592"/>
                  <a:pt x="12780" y="19035"/>
                </a:cubicBezTo>
                <a:close/>
                <a:moveTo>
                  <a:pt x="17065" y="18853"/>
                </a:moveTo>
                <a:lnTo>
                  <a:pt x="17065" y="20569"/>
                </a:lnTo>
                <a:lnTo>
                  <a:pt x="15728" y="20012"/>
                </a:lnTo>
                <a:cubicBezTo>
                  <a:pt x="15391" y="19701"/>
                  <a:pt x="15070" y="19315"/>
                  <a:pt x="14770" y="18853"/>
                </a:cubicBezTo>
                <a:close/>
                <a:moveTo>
                  <a:pt x="20370" y="18853"/>
                </a:moveTo>
                <a:cubicBezTo>
                  <a:pt x="20317" y="19123"/>
                  <a:pt x="20259" y="19391"/>
                  <a:pt x="20195" y="19658"/>
                </a:cubicBezTo>
                <a:lnTo>
                  <a:pt x="18006" y="20569"/>
                </a:lnTo>
                <a:lnTo>
                  <a:pt x="18006" y="20181"/>
                </a:lnTo>
                <a:cubicBezTo>
                  <a:pt x="18468" y="19837"/>
                  <a:pt x="18924" y="19392"/>
                  <a:pt x="19365" y="18853"/>
                </a:cubicBezTo>
                <a:close/>
                <a:moveTo>
                  <a:pt x="16554" y="20606"/>
                </a:moveTo>
                <a:lnTo>
                  <a:pt x="16825" y="20719"/>
                </a:lnTo>
                <a:cubicBezTo>
                  <a:pt x="16819" y="20721"/>
                  <a:pt x="16813" y="20723"/>
                  <a:pt x="16807" y="20725"/>
                </a:cubicBezTo>
                <a:cubicBezTo>
                  <a:pt x="16722" y="20690"/>
                  <a:pt x="16638" y="20650"/>
                  <a:pt x="16554" y="20606"/>
                </a:cubicBezTo>
                <a:close/>
                <a:moveTo>
                  <a:pt x="26433" y="6252"/>
                </a:moveTo>
                <a:lnTo>
                  <a:pt x="30064" y="7763"/>
                </a:lnTo>
                <a:lnTo>
                  <a:pt x="30064" y="17227"/>
                </a:lnTo>
                <a:cubicBezTo>
                  <a:pt x="28674" y="19095"/>
                  <a:pt x="27108" y="20315"/>
                  <a:pt x="25615" y="20730"/>
                </a:cubicBezTo>
                <a:cubicBezTo>
                  <a:pt x="24679" y="20454"/>
                  <a:pt x="23854" y="19820"/>
                  <a:pt x="23188" y="18853"/>
                </a:cubicBezTo>
                <a:lnTo>
                  <a:pt x="24034" y="18853"/>
                </a:lnTo>
                <a:cubicBezTo>
                  <a:pt x="24174" y="18853"/>
                  <a:pt x="24288" y="18739"/>
                  <a:pt x="24288" y="18600"/>
                </a:cubicBezTo>
                <a:lnTo>
                  <a:pt x="24288" y="18259"/>
                </a:lnTo>
                <a:cubicBezTo>
                  <a:pt x="24288" y="18118"/>
                  <a:pt x="24174" y="18005"/>
                  <a:pt x="24034" y="18005"/>
                </a:cubicBezTo>
                <a:lnTo>
                  <a:pt x="22876" y="18005"/>
                </a:lnTo>
                <a:lnTo>
                  <a:pt x="22876" y="17390"/>
                </a:lnTo>
                <a:lnTo>
                  <a:pt x="23607" y="17390"/>
                </a:lnTo>
                <a:cubicBezTo>
                  <a:pt x="23607" y="17110"/>
                  <a:pt x="23471" y="16863"/>
                  <a:pt x="23261" y="16709"/>
                </a:cubicBezTo>
                <a:cubicBezTo>
                  <a:pt x="23406" y="16455"/>
                  <a:pt x="23548" y="16192"/>
                  <a:pt x="23687" y="15919"/>
                </a:cubicBezTo>
                <a:cubicBezTo>
                  <a:pt x="25037" y="13270"/>
                  <a:pt x="25994" y="9882"/>
                  <a:pt x="26433" y="6252"/>
                </a:cubicBezTo>
                <a:close/>
                <a:moveTo>
                  <a:pt x="16965" y="20777"/>
                </a:moveTo>
                <a:lnTo>
                  <a:pt x="17065" y="20819"/>
                </a:lnTo>
                <a:lnTo>
                  <a:pt x="17065" y="20821"/>
                </a:lnTo>
                <a:cubicBezTo>
                  <a:pt x="17027" y="20809"/>
                  <a:pt x="16990" y="20796"/>
                  <a:pt x="16952" y="20783"/>
                </a:cubicBezTo>
                <a:cubicBezTo>
                  <a:pt x="16957" y="20781"/>
                  <a:pt x="16961" y="20779"/>
                  <a:pt x="16965" y="20777"/>
                </a:cubicBezTo>
                <a:close/>
                <a:moveTo>
                  <a:pt x="30064" y="17395"/>
                </a:moveTo>
                <a:lnTo>
                  <a:pt x="30064" y="19722"/>
                </a:lnTo>
                <a:cubicBezTo>
                  <a:pt x="29294" y="20241"/>
                  <a:pt x="28517" y="20596"/>
                  <a:pt x="27757" y="20770"/>
                </a:cubicBezTo>
                <a:cubicBezTo>
                  <a:pt x="27407" y="20849"/>
                  <a:pt x="27065" y="20889"/>
                  <a:pt x="26733" y="20889"/>
                </a:cubicBezTo>
                <a:cubicBezTo>
                  <a:pt x="26416" y="20889"/>
                  <a:pt x="26107" y="20853"/>
                  <a:pt x="25809" y="20782"/>
                </a:cubicBezTo>
                <a:cubicBezTo>
                  <a:pt x="27242" y="20329"/>
                  <a:pt x="28730" y="19155"/>
                  <a:pt x="30064" y="17395"/>
                </a:cubicBezTo>
                <a:close/>
                <a:moveTo>
                  <a:pt x="23062" y="18853"/>
                </a:moveTo>
                <a:cubicBezTo>
                  <a:pt x="23710" y="19818"/>
                  <a:pt x="24513" y="20468"/>
                  <a:pt x="25423" y="20779"/>
                </a:cubicBezTo>
                <a:cubicBezTo>
                  <a:pt x="25417" y="20780"/>
                  <a:pt x="25411" y="20782"/>
                  <a:pt x="25403" y="20784"/>
                </a:cubicBezTo>
                <a:cubicBezTo>
                  <a:pt x="25086" y="20857"/>
                  <a:pt x="24776" y="20893"/>
                  <a:pt x="24474" y="20893"/>
                </a:cubicBezTo>
                <a:cubicBezTo>
                  <a:pt x="23593" y="20893"/>
                  <a:pt x="22787" y="20585"/>
                  <a:pt x="22077" y="19981"/>
                </a:cubicBezTo>
                <a:cubicBezTo>
                  <a:pt x="22156" y="19667"/>
                  <a:pt x="22228" y="19352"/>
                  <a:pt x="22293" y="19034"/>
                </a:cubicBezTo>
                <a:lnTo>
                  <a:pt x="22728" y="18853"/>
                </a:lnTo>
                <a:close/>
                <a:moveTo>
                  <a:pt x="14291" y="19665"/>
                </a:moveTo>
                <a:lnTo>
                  <a:pt x="15997" y="20374"/>
                </a:lnTo>
                <a:cubicBezTo>
                  <a:pt x="16212" y="20536"/>
                  <a:pt x="16434" y="20671"/>
                  <a:pt x="16661" y="20776"/>
                </a:cubicBezTo>
                <a:cubicBezTo>
                  <a:pt x="16571" y="20805"/>
                  <a:pt x="16482" y="20829"/>
                  <a:pt x="16393" y="20850"/>
                </a:cubicBezTo>
                <a:cubicBezTo>
                  <a:pt x="16173" y="20900"/>
                  <a:pt x="15956" y="20925"/>
                  <a:pt x="15743" y="20925"/>
                </a:cubicBezTo>
                <a:cubicBezTo>
                  <a:pt x="15176" y="20925"/>
                  <a:pt x="14630" y="20750"/>
                  <a:pt x="14114" y="20405"/>
                </a:cubicBezTo>
                <a:cubicBezTo>
                  <a:pt x="14175" y="20160"/>
                  <a:pt x="14236" y="19915"/>
                  <a:pt x="14291" y="19665"/>
                </a:cubicBezTo>
                <a:close/>
                <a:moveTo>
                  <a:pt x="20127" y="19935"/>
                </a:moveTo>
                <a:lnTo>
                  <a:pt x="20127" y="19935"/>
                </a:lnTo>
                <a:cubicBezTo>
                  <a:pt x="20100" y="20046"/>
                  <a:pt x="20071" y="20156"/>
                  <a:pt x="20041" y="20266"/>
                </a:cubicBezTo>
                <a:cubicBezTo>
                  <a:pt x="19581" y="20566"/>
                  <a:pt x="19117" y="20774"/>
                  <a:pt x="18660" y="20878"/>
                </a:cubicBezTo>
                <a:cubicBezTo>
                  <a:pt x="18439" y="20928"/>
                  <a:pt x="18220" y="20955"/>
                  <a:pt x="18006" y="20959"/>
                </a:cubicBezTo>
                <a:lnTo>
                  <a:pt x="18006" y="20819"/>
                </a:lnTo>
                <a:lnTo>
                  <a:pt x="20127" y="19935"/>
                </a:lnTo>
                <a:close/>
                <a:moveTo>
                  <a:pt x="19998" y="20426"/>
                </a:moveTo>
                <a:lnTo>
                  <a:pt x="19998" y="20426"/>
                </a:lnTo>
                <a:cubicBezTo>
                  <a:pt x="19519" y="22165"/>
                  <a:pt x="18836" y="23801"/>
                  <a:pt x="18006" y="25194"/>
                </a:cubicBezTo>
                <a:lnTo>
                  <a:pt x="18006" y="21064"/>
                </a:lnTo>
                <a:cubicBezTo>
                  <a:pt x="18228" y="21059"/>
                  <a:pt x="18455" y="21033"/>
                  <a:pt x="18684" y="20980"/>
                </a:cubicBezTo>
                <a:cubicBezTo>
                  <a:pt x="19124" y="20880"/>
                  <a:pt x="19563" y="20694"/>
                  <a:pt x="19998" y="20426"/>
                </a:cubicBezTo>
                <a:close/>
                <a:moveTo>
                  <a:pt x="9862" y="26346"/>
                </a:moveTo>
                <a:lnTo>
                  <a:pt x="9862" y="26856"/>
                </a:lnTo>
                <a:lnTo>
                  <a:pt x="9073" y="26856"/>
                </a:lnTo>
                <a:cubicBezTo>
                  <a:pt x="9187" y="26692"/>
                  <a:pt x="9300" y="26522"/>
                  <a:pt x="9411" y="26346"/>
                </a:cubicBezTo>
                <a:close/>
                <a:moveTo>
                  <a:pt x="12341" y="18853"/>
                </a:moveTo>
                <a:lnTo>
                  <a:pt x="12604" y="18962"/>
                </a:lnTo>
                <a:cubicBezTo>
                  <a:pt x="13035" y="19608"/>
                  <a:pt x="13500" y="20105"/>
                  <a:pt x="13995" y="20449"/>
                </a:cubicBezTo>
                <a:cubicBezTo>
                  <a:pt x="13320" y="23080"/>
                  <a:pt x="12317" y="25315"/>
                  <a:pt x="11140" y="26896"/>
                </a:cubicBezTo>
                <a:cubicBezTo>
                  <a:pt x="11105" y="26872"/>
                  <a:pt x="11063" y="26856"/>
                  <a:pt x="11017" y="26856"/>
                </a:cubicBezTo>
                <a:lnTo>
                  <a:pt x="10054" y="26856"/>
                </a:lnTo>
                <a:lnTo>
                  <a:pt x="10054" y="26346"/>
                </a:lnTo>
                <a:lnTo>
                  <a:pt x="10661" y="26346"/>
                </a:lnTo>
                <a:cubicBezTo>
                  <a:pt x="10661" y="25956"/>
                  <a:pt x="10347" y="25642"/>
                  <a:pt x="9958" y="25642"/>
                </a:cubicBezTo>
                <a:cubicBezTo>
                  <a:pt x="9908" y="25642"/>
                  <a:pt x="9860" y="25647"/>
                  <a:pt x="9814" y="25656"/>
                </a:cubicBezTo>
                <a:cubicBezTo>
                  <a:pt x="10800" y="23859"/>
                  <a:pt x="11604" y="21530"/>
                  <a:pt x="12119" y="18853"/>
                </a:cubicBezTo>
                <a:close/>
                <a:moveTo>
                  <a:pt x="21381" y="19414"/>
                </a:moveTo>
                <a:cubicBezTo>
                  <a:pt x="21566" y="19634"/>
                  <a:pt x="21759" y="19834"/>
                  <a:pt x="21961" y="20009"/>
                </a:cubicBezTo>
                <a:cubicBezTo>
                  <a:pt x="21420" y="22135"/>
                  <a:pt x="20573" y="24129"/>
                  <a:pt x="19519" y="25735"/>
                </a:cubicBezTo>
                <a:cubicBezTo>
                  <a:pt x="19046" y="26459"/>
                  <a:pt x="18536" y="27091"/>
                  <a:pt x="18006" y="27622"/>
                </a:cubicBezTo>
                <a:lnTo>
                  <a:pt x="18006" y="25399"/>
                </a:lnTo>
                <a:cubicBezTo>
                  <a:pt x="18901" y="23937"/>
                  <a:pt x="19629" y="22195"/>
                  <a:pt x="20130" y="20343"/>
                </a:cubicBezTo>
                <a:cubicBezTo>
                  <a:pt x="20481" y="20114"/>
                  <a:pt x="20828" y="19833"/>
                  <a:pt x="21170" y="19502"/>
                </a:cubicBezTo>
                <a:lnTo>
                  <a:pt x="21381" y="19414"/>
                </a:lnTo>
                <a:close/>
                <a:moveTo>
                  <a:pt x="10600" y="27561"/>
                </a:moveTo>
                <a:cubicBezTo>
                  <a:pt x="10561" y="27606"/>
                  <a:pt x="10521" y="27652"/>
                  <a:pt x="10482" y="27695"/>
                </a:cubicBezTo>
                <a:cubicBezTo>
                  <a:pt x="10442" y="27651"/>
                  <a:pt x="10402" y="27606"/>
                  <a:pt x="10363" y="27561"/>
                </a:cubicBezTo>
                <a:close/>
                <a:moveTo>
                  <a:pt x="9433" y="27561"/>
                </a:moveTo>
                <a:lnTo>
                  <a:pt x="8765" y="27840"/>
                </a:lnTo>
                <a:cubicBezTo>
                  <a:pt x="8685" y="27755"/>
                  <a:pt x="8605" y="27668"/>
                  <a:pt x="8524" y="27578"/>
                </a:cubicBezTo>
                <a:cubicBezTo>
                  <a:pt x="8530" y="27572"/>
                  <a:pt x="8534" y="27566"/>
                  <a:pt x="8538" y="27561"/>
                </a:cubicBezTo>
                <a:close/>
                <a:moveTo>
                  <a:pt x="8456" y="27657"/>
                </a:moveTo>
                <a:cubicBezTo>
                  <a:pt x="8524" y="27734"/>
                  <a:pt x="8592" y="27810"/>
                  <a:pt x="8661" y="27883"/>
                </a:cubicBezTo>
                <a:lnTo>
                  <a:pt x="7982" y="28165"/>
                </a:lnTo>
                <a:cubicBezTo>
                  <a:pt x="8142" y="28008"/>
                  <a:pt x="8300" y="27838"/>
                  <a:pt x="8456" y="27657"/>
                </a:cubicBezTo>
                <a:close/>
                <a:moveTo>
                  <a:pt x="10224" y="27561"/>
                </a:moveTo>
                <a:cubicBezTo>
                  <a:pt x="10284" y="27633"/>
                  <a:pt x="10347" y="27702"/>
                  <a:pt x="10409" y="27770"/>
                </a:cubicBezTo>
                <a:cubicBezTo>
                  <a:pt x="10128" y="28066"/>
                  <a:pt x="9841" y="28327"/>
                  <a:pt x="9547" y="28548"/>
                </a:cubicBezTo>
                <a:cubicBezTo>
                  <a:pt x="9331" y="28381"/>
                  <a:pt x="9118" y="28194"/>
                  <a:pt x="8910" y="27987"/>
                </a:cubicBezTo>
                <a:lnTo>
                  <a:pt x="9931" y="27561"/>
                </a:lnTo>
                <a:close/>
                <a:moveTo>
                  <a:pt x="5223" y="27561"/>
                </a:moveTo>
                <a:lnTo>
                  <a:pt x="5223" y="28853"/>
                </a:lnTo>
                <a:cubicBezTo>
                  <a:pt x="4715" y="28544"/>
                  <a:pt x="4212" y="28114"/>
                  <a:pt x="3716" y="27561"/>
                </a:cubicBezTo>
                <a:close/>
                <a:moveTo>
                  <a:pt x="8372" y="27561"/>
                </a:moveTo>
                <a:cubicBezTo>
                  <a:pt x="8372" y="27562"/>
                  <a:pt x="8372" y="27562"/>
                  <a:pt x="8373" y="27563"/>
                </a:cubicBezTo>
                <a:cubicBezTo>
                  <a:pt x="8143" y="27833"/>
                  <a:pt x="7909" y="28078"/>
                  <a:pt x="7671" y="28295"/>
                </a:cubicBezTo>
                <a:lnTo>
                  <a:pt x="6005" y="28987"/>
                </a:lnTo>
                <a:lnTo>
                  <a:pt x="6005" y="27561"/>
                </a:lnTo>
                <a:close/>
                <a:moveTo>
                  <a:pt x="3578" y="27561"/>
                </a:moveTo>
                <a:cubicBezTo>
                  <a:pt x="4112" y="28166"/>
                  <a:pt x="4663" y="28635"/>
                  <a:pt x="5223" y="28963"/>
                </a:cubicBezTo>
                <a:lnTo>
                  <a:pt x="5223" y="28988"/>
                </a:lnTo>
                <a:lnTo>
                  <a:pt x="1796" y="27561"/>
                </a:lnTo>
                <a:close/>
                <a:moveTo>
                  <a:pt x="7146" y="28721"/>
                </a:moveTo>
                <a:lnTo>
                  <a:pt x="7146" y="28721"/>
                </a:lnTo>
                <a:cubicBezTo>
                  <a:pt x="6814" y="28960"/>
                  <a:pt x="6476" y="29144"/>
                  <a:pt x="6133" y="29271"/>
                </a:cubicBezTo>
                <a:cubicBezTo>
                  <a:pt x="6091" y="29257"/>
                  <a:pt x="6048" y="29243"/>
                  <a:pt x="6005" y="29228"/>
                </a:cubicBezTo>
                <a:lnTo>
                  <a:pt x="6005" y="29196"/>
                </a:lnTo>
                <a:lnTo>
                  <a:pt x="7146" y="28721"/>
                </a:lnTo>
                <a:close/>
                <a:moveTo>
                  <a:pt x="8805" y="28030"/>
                </a:moveTo>
                <a:cubicBezTo>
                  <a:pt x="9020" y="28245"/>
                  <a:pt x="9237" y="28439"/>
                  <a:pt x="9459" y="28611"/>
                </a:cubicBezTo>
                <a:cubicBezTo>
                  <a:pt x="8979" y="28959"/>
                  <a:pt x="8484" y="29203"/>
                  <a:pt x="7983" y="29327"/>
                </a:cubicBezTo>
                <a:cubicBezTo>
                  <a:pt x="7706" y="29396"/>
                  <a:pt x="7430" y="29431"/>
                  <a:pt x="7155" y="29431"/>
                </a:cubicBezTo>
                <a:cubicBezTo>
                  <a:pt x="6870" y="29431"/>
                  <a:pt x="6587" y="29394"/>
                  <a:pt x="6305" y="29320"/>
                </a:cubicBezTo>
                <a:cubicBezTo>
                  <a:pt x="6734" y="29144"/>
                  <a:pt x="7153" y="28886"/>
                  <a:pt x="7560" y="28549"/>
                </a:cubicBezTo>
                <a:lnTo>
                  <a:pt x="8805" y="28030"/>
                </a:lnTo>
                <a:close/>
                <a:moveTo>
                  <a:pt x="14086" y="20512"/>
                </a:moveTo>
                <a:cubicBezTo>
                  <a:pt x="14610" y="20855"/>
                  <a:pt x="15164" y="21031"/>
                  <a:pt x="15739" y="21031"/>
                </a:cubicBezTo>
                <a:cubicBezTo>
                  <a:pt x="15962" y="21031"/>
                  <a:pt x="16188" y="21004"/>
                  <a:pt x="16416" y="20953"/>
                </a:cubicBezTo>
                <a:cubicBezTo>
                  <a:pt x="16546" y="20923"/>
                  <a:pt x="16675" y="20885"/>
                  <a:pt x="16805" y="20839"/>
                </a:cubicBezTo>
                <a:cubicBezTo>
                  <a:pt x="16890" y="20873"/>
                  <a:pt x="16977" y="20904"/>
                  <a:pt x="17065" y="20931"/>
                </a:cubicBezTo>
                <a:lnTo>
                  <a:pt x="17065" y="26580"/>
                </a:lnTo>
                <a:cubicBezTo>
                  <a:pt x="15892" y="28095"/>
                  <a:pt x="14559" y="29093"/>
                  <a:pt x="13241" y="29422"/>
                </a:cubicBezTo>
                <a:cubicBezTo>
                  <a:pt x="13222" y="29427"/>
                  <a:pt x="13203" y="29430"/>
                  <a:pt x="13185" y="29435"/>
                </a:cubicBezTo>
                <a:cubicBezTo>
                  <a:pt x="12263" y="29212"/>
                  <a:pt x="11376" y="28653"/>
                  <a:pt x="10552" y="27771"/>
                </a:cubicBezTo>
                <a:cubicBezTo>
                  <a:pt x="10613" y="27703"/>
                  <a:pt x="10676" y="27632"/>
                  <a:pt x="10736" y="27561"/>
                </a:cubicBezTo>
                <a:lnTo>
                  <a:pt x="11017" y="27561"/>
                </a:lnTo>
                <a:cubicBezTo>
                  <a:pt x="11133" y="27561"/>
                  <a:pt x="11228" y="27467"/>
                  <a:pt x="11228" y="27351"/>
                </a:cubicBezTo>
                <a:lnTo>
                  <a:pt x="11228" y="27067"/>
                </a:lnTo>
                <a:cubicBezTo>
                  <a:pt x="11228" y="27035"/>
                  <a:pt x="11219" y="27004"/>
                  <a:pt x="11207" y="26978"/>
                </a:cubicBezTo>
                <a:cubicBezTo>
                  <a:pt x="12395" y="25390"/>
                  <a:pt x="13405" y="23149"/>
                  <a:pt x="14086" y="20512"/>
                </a:cubicBezTo>
                <a:close/>
                <a:moveTo>
                  <a:pt x="1720" y="27738"/>
                </a:moveTo>
                <a:lnTo>
                  <a:pt x="5223" y="29196"/>
                </a:lnTo>
                <a:lnTo>
                  <a:pt x="5223" y="29472"/>
                </a:lnTo>
                <a:cubicBezTo>
                  <a:pt x="5147" y="29478"/>
                  <a:pt x="5070" y="29481"/>
                  <a:pt x="4994" y="29481"/>
                </a:cubicBezTo>
                <a:cubicBezTo>
                  <a:pt x="3889" y="29481"/>
                  <a:pt x="2792" y="28897"/>
                  <a:pt x="1720" y="27738"/>
                </a:cubicBezTo>
                <a:close/>
                <a:moveTo>
                  <a:pt x="10478" y="27847"/>
                </a:moveTo>
                <a:cubicBezTo>
                  <a:pt x="11255" y="28678"/>
                  <a:pt x="12089" y="29226"/>
                  <a:pt x="12955" y="29483"/>
                </a:cubicBezTo>
                <a:cubicBezTo>
                  <a:pt x="12720" y="29524"/>
                  <a:pt x="12485" y="29545"/>
                  <a:pt x="12253" y="29545"/>
                </a:cubicBezTo>
                <a:cubicBezTo>
                  <a:pt x="11348" y="29545"/>
                  <a:pt x="10466" y="29230"/>
                  <a:pt x="9632" y="28611"/>
                </a:cubicBezTo>
                <a:cubicBezTo>
                  <a:pt x="9920" y="28392"/>
                  <a:pt x="10202" y="28137"/>
                  <a:pt x="10478" y="27847"/>
                </a:cubicBezTo>
                <a:close/>
                <a:moveTo>
                  <a:pt x="17065" y="26752"/>
                </a:moveTo>
                <a:lnTo>
                  <a:pt x="17065" y="28442"/>
                </a:lnTo>
                <a:cubicBezTo>
                  <a:pt x="16418" y="28924"/>
                  <a:pt x="15754" y="29257"/>
                  <a:pt x="15093" y="29422"/>
                </a:cubicBezTo>
                <a:cubicBezTo>
                  <a:pt x="14762" y="29504"/>
                  <a:pt x="14433" y="29545"/>
                  <a:pt x="14107" y="29545"/>
                </a:cubicBezTo>
                <a:cubicBezTo>
                  <a:pt x="13873" y="29545"/>
                  <a:pt x="13641" y="29524"/>
                  <a:pt x="13411" y="29483"/>
                </a:cubicBezTo>
                <a:cubicBezTo>
                  <a:pt x="14673" y="29123"/>
                  <a:pt x="15941" y="28171"/>
                  <a:pt x="17065" y="26752"/>
                </a:cubicBezTo>
                <a:close/>
                <a:moveTo>
                  <a:pt x="30428" y="1"/>
                </a:moveTo>
                <a:cubicBezTo>
                  <a:pt x="30226" y="1"/>
                  <a:pt x="30064" y="164"/>
                  <a:pt x="30064" y="364"/>
                </a:cubicBezTo>
                <a:lnTo>
                  <a:pt x="30064" y="4120"/>
                </a:lnTo>
                <a:lnTo>
                  <a:pt x="26971" y="4120"/>
                </a:lnTo>
                <a:lnTo>
                  <a:pt x="26971" y="3357"/>
                </a:lnTo>
                <a:lnTo>
                  <a:pt x="27918" y="3357"/>
                </a:lnTo>
                <a:cubicBezTo>
                  <a:pt x="27918" y="2752"/>
                  <a:pt x="27428" y="2262"/>
                  <a:pt x="26822" y="2262"/>
                </a:cubicBezTo>
                <a:cubicBezTo>
                  <a:pt x="26217" y="2262"/>
                  <a:pt x="25727" y="2752"/>
                  <a:pt x="25727" y="3357"/>
                </a:cubicBezTo>
                <a:lnTo>
                  <a:pt x="26673" y="3357"/>
                </a:lnTo>
                <a:lnTo>
                  <a:pt x="26673" y="4120"/>
                </a:lnTo>
                <a:lnTo>
                  <a:pt x="24114" y="4120"/>
                </a:lnTo>
                <a:lnTo>
                  <a:pt x="24114" y="3357"/>
                </a:lnTo>
                <a:lnTo>
                  <a:pt x="25060" y="3357"/>
                </a:lnTo>
                <a:cubicBezTo>
                  <a:pt x="25060" y="2752"/>
                  <a:pt x="24570" y="2262"/>
                  <a:pt x="23965" y="2262"/>
                </a:cubicBezTo>
                <a:cubicBezTo>
                  <a:pt x="23360" y="2262"/>
                  <a:pt x="22870" y="2752"/>
                  <a:pt x="22870" y="3357"/>
                </a:cubicBezTo>
                <a:lnTo>
                  <a:pt x="23816" y="3357"/>
                </a:lnTo>
                <a:lnTo>
                  <a:pt x="23816" y="4120"/>
                </a:lnTo>
                <a:lnTo>
                  <a:pt x="22261" y="4120"/>
                </a:lnTo>
                <a:cubicBezTo>
                  <a:pt x="22080" y="4120"/>
                  <a:pt x="21933" y="4267"/>
                  <a:pt x="21933" y="4448"/>
                </a:cubicBezTo>
                <a:lnTo>
                  <a:pt x="21933" y="4890"/>
                </a:lnTo>
                <a:cubicBezTo>
                  <a:pt x="21933" y="5071"/>
                  <a:pt x="22080" y="5218"/>
                  <a:pt x="22261" y="5218"/>
                </a:cubicBezTo>
                <a:lnTo>
                  <a:pt x="23801" y="5218"/>
                </a:lnTo>
                <a:cubicBezTo>
                  <a:pt x="23432" y="9242"/>
                  <a:pt x="22475" y="13010"/>
                  <a:pt x="21088" y="15877"/>
                </a:cubicBezTo>
                <a:cubicBezTo>
                  <a:pt x="20974" y="16114"/>
                  <a:pt x="20857" y="16342"/>
                  <a:pt x="20738" y="16564"/>
                </a:cubicBezTo>
                <a:cubicBezTo>
                  <a:pt x="20678" y="16551"/>
                  <a:pt x="20617" y="16544"/>
                  <a:pt x="20553" y="16544"/>
                </a:cubicBezTo>
                <a:cubicBezTo>
                  <a:pt x="20085" y="16544"/>
                  <a:pt x="19706" y="16923"/>
                  <a:pt x="19706" y="17390"/>
                </a:cubicBezTo>
                <a:lnTo>
                  <a:pt x="20266" y="17390"/>
                </a:lnTo>
                <a:cubicBezTo>
                  <a:pt x="20136" y="17604"/>
                  <a:pt x="20003" y="17809"/>
                  <a:pt x="19870" y="18005"/>
                </a:cubicBezTo>
                <a:lnTo>
                  <a:pt x="18006" y="18005"/>
                </a:lnTo>
                <a:lnTo>
                  <a:pt x="18006" y="15103"/>
                </a:lnTo>
                <a:cubicBezTo>
                  <a:pt x="18006" y="14947"/>
                  <a:pt x="17879" y="14822"/>
                  <a:pt x="17724" y="14822"/>
                </a:cubicBezTo>
                <a:lnTo>
                  <a:pt x="17346" y="14822"/>
                </a:lnTo>
                <a:cubicBezTo>
                  <a:pt x="17191" y="14822"/>
                  <a:pt x="17065" y="14947"/>
                  <a:pt x="17065" y="15103"/>
                </a:cubicBezTo>
                <a:lnTo>
                  <a:pt x="17065" y="18005"/>
                </a:lnTo>
                <a:lnTo>
                  <a:pt x="14676" y="18005"/>
                </a:lnTo>
                <a:lnTo>
                  <a:pt x="14676" y="17415"/>
                </a:lnTo>
                <a:lnTo>
                  <a:pt x="15406" y="17415"/>
                </a:lnTo>
                <a:cubicBezTo>
                  <a:pt x="15406" y="16948"/>
                  <a:pt x="15027" y="16568"/>
                  <a:pt x="14560" y="16568"/>
                </a:cubicBezTo>
                <a:cubicBezTo>
                  <a:pt x="14092" y="16568"/>
                  <a:pt x="13713" y="16948"/>
                  <a:pt x="13713" y="17415"/>
                </a:cubicBezTo>
                <a:lnTo>
                  <a:pt x="14445" y="17415"/>
                </a:lnTo>
                <a:lnTo>
                  <a:pt x="14445" y="18005"/>
                </a:lnTo>
                <a:lnTo>
                  <a:pt x="12468" y="18005"/>
                </a:lnTo>
                <a:lnTo>
                  <a:pt x="12468" y="17415"/>
                </a:lnTo>
                <a:lnTo>
                  <a:pt x="13199" y="17415"/>
                </a:lnTo>
                <a:cubicBezTo>
                  <a:pt x="13199" y="16948"/>
                  <a:pt x="12820" y="16568"/>
                  <a:pt x="12353" y="16568"/>
                </a:cubicBezTo>
                <a:cubicBezTo>
                  <a:pt x="11885" y="16568"/>
                  <a:pt x="11506" y="16948"/>
                  <a:pt x="11506" y="17415"/>
                </a:cubicBezTo>
                <a:lnTo>
                  <a:pt x="12237" y="17415"/>
                </a:lnTo>
                <a:lnTo>
                  <a:pt x="12237" y="18005"/>
                </a:lnTo>
                <a:lnTo>
                  <a:pt x="11037" y="18005"/>
                </a:lnTo>
                <a:cubicBezTo>
                  <a:pt x="10896" y="18005"/>
                  <a:pt x="10783" y="18118"/>
                  <a:pt x="10783" y="18259"/>
                </a:cubicBezTo>
                <a:lnTo>
                  <a:pt x="10783" y="18600"/>
                </a:lnTo>
                <a:cubicBezTo>
                  <a:pt x="10783" y="18739"/>
                  <a:pt x="10896" y="18853"/>
                  <a:pt x="11037" y="18853"/>
                </a:cubicBezTo>
                <a:lnTo>
                  <a:pt x="12013" y="18853"/>
                </a:lnTo>
                <a:cubicBezTo>
                  <a:pt x="11490" y="21545"/>
                  <a:pt x="10653" y="23911"/>
                  <a:pt x="9633" y="25722"/>
                </a:cubicBezTo>
                <a:cubicBezTo>
                  <a:pt x="9408" y="25839"/>
                  <a:pt x="9254" y="26074"/>
                  <a:pt x="9254" y="26346"/>
                </a:cubicBezTo>
                <a:lnTo>
                  <a:pt x="9260" y="26346"/>
                </a:lnTo>
                <a:cubicBezTo>
                  <a:pt x="9148" y="26521"/>
                  <a:pt x="9035" y="26693"/>
                  <a:pt x="8920" y="26856"/>
                </a:cubicBezTo>
                <a:lnTo>
                  <a:pt x="8218" y="26856"/>
                </a:lnTo>
                <a:lnTo>
                  <a:pt x="8218" y="26346"/>
                </a:lnTo>
                <a:lnTo>
                  <a:pt x="8826" y="26346"/>
                </a:lnTo>
                <a:cubicBezTo>
                  <a:pt x="8826" y="25956"/>
                  <a:pt x="8511" y="25642"/>
                  <a:pt x="8123" y="25642"/>
                </a:cubicBezTo>
                <a:cubicBezTo>
                  <a:pt x="7734" y="25642"/>
                  <a:pt x="7419" y="25956"/>
                  <a:pt x="7419" y="26346"/>
                </a:cubicBezTo>
                <a:lnTo>
                  <a:pt x="8027" y="26346"/>
                </a:lnTo>
                <a:lnTo>
                  <a:pt x="8027" y="26856"/>
                </a:lnTo>
                <a:lnTo>
                  <a:pt x="6005" y="26856"/>
                </a:lnTo>
                <a:lnTo>
                  <a:pt x="6005" y="24444"/>
                </a:lnTo>
                <a:cubicBezTo>
                  <a:pt x="6005" y="24314"/>
                  <a:pt x="5900" y="24210"/>
                  <a:pt x="5771" y="24210"/>
                </a:cubicBezTo>
                <a:lnTo>
                  <a:pt x="5456" y="24210"/>
                </a:lnTo>
                <a:cubicBezTo>
                  <a:pt x="5328" y="24210"/>
                  <a:pt x="5223" y="24314"/>
                  <a:pt x="5223" y="24444"/>
                </a:cubicBezTo>
                <a:lnTo>
                  <a:pt x="5223" y="26856"/>
                </a:lnTo>
                <a:lnTo>
                  <a:pt x="3237" y="26856"/>
                </a:lnTo>
                <a:lnTo>
                  <a:pt x="3237" y="26366"/>
                </a:lnTo>
                <a:lnTo>
                  <a:pt x="3844" y="26366"/>
                </a:lnTo>
                <a:cubicBezTo>
                  <a:pt x="3844" y="25977"/>
                  <a:pt x="3530" y="25662"/>
                  <a:pt x="3141" y="25662"/>
                </a:cubicBezTo>
                <a:cubicBezTo>
                  <a:pt x="2752" y="25662"/>
                  <a:pt x="2437" y="25977"/>
                  <a:pt x="2437" y="26366"/>
                </a:cubicBezTo>
                <a:lnTo>
                  <a:pt x="3045" y="26366"/>
                </a:lnTo>
                <a:lnTo>
                  <a:pt x="3045" y="26856"/>
                </a:lnTo>
                <a:lnTo>
                  <a:pt x="1401" y="26856"/>
                </a:lnTo>
                <a:lnTo>
                  <a:pt x="1401" y="26366"/>
                </a:lnTo>
                <a:lnTo>
                  <a:pt x="2009" y="26366"/>
                </a:lnTo>
                <a:cubicBezTo>
                  <a:pt x="2009" y="25977"/>
                  <a:pt x="1694" y="25662"/>
                  <a:pt x="1305" y="25662"/>
                </a:cubicBezTo>
                <a:cubicBezTo>
                  <a:pt x="916" y="25662"/>
                  <a:pt x="602" y="25977"/>
                  <a:pt x="602" y="26366"/>
                </a:cubicBezTo>
                <a:lnTo>
                  <a:pt x="1209" y="26366"/>
                </a:lnTo>
                <a:lnTo>
                  <a:pt x="1209" y="26856"/>
                </a:lnTo>
                <a:lnTo>
                  <a:pt x="211" y="26856"/>
                </a:lnTo>
                <a:cubicBezTo>
                  <a:pt x="94" y="26856"/>
                  <a:pt x="1" y="26950"/>
                  <a:pt x="1" y="27067"/>
                </a:cubicBezTo>
                <a:lnTo>
                  <a:pt x="1" y="27351"/>
                </a:lnTo>
                <a:cubicBezTo>
                  <a:pt x="1" y="27468"/>
                  <a:pt x="94" y="27561"/>
                  <a:pt x="211" y="27561"/>
                </a:cubicBezTo>
                <a:lnTo>
                  <a:pt x="1296" y="27561"/>
                </a:lnTo>
                <a:lnTo>
                  <a:pt x="1495" y="27644"/>
                </a:lnTo>
                <a:cubicBezTo>
                  <a:pt x="2634" y="28935"/>
                  <a:pt x="3805" y="29586"/>
                  <a:pt x="4991" y="29586"/>
                </a:cubicBezTo>
                <a:cubicBezTo>
                  <a:pt x="5068" y="29586"/>
                  <a:pt x="5145" y="29583"/>
                  <a:pt x="5222" y="29578"/>
                </a:cubicBezTo>
                <a:lnTo>
                  <a:pt x="5222" y="58992"/>
                </a:lnTo>
                <a:lnTo>
                  <a:pt x="4430" y="58992"/>
                </a:lnTo>
                <a:cubicBezTo>
                  <a:pt x="4175" y="58992"/>
                  <a:pt x="3969" y="59183"/>
                  <a:pt x="3969" y="59420"/>
                </a:cubicBezTo>
                <a:lnTo>
                  <a:pt x="3969" y="69999"/>
                </a:lnTo>
                <a:cubicBezTo>
                  <a:pt x="3969" y="70236"/>
                  <a:pt x="4175" y="70427"/>
                  <a:pt x="4430" y="70427"/>
                </a:cubicBezTo>
                <a:lnTo>
                  <a:pt x="6796" y="70427"/>
                </a:lnTo>
                <a:cubicBezTo>
                  <a:pt x="7052" y="70427"/>
                  <a:pt x="7259" y="70236"/>
                  <a:pt x="7259" y="69999"/>
                </a:cubicBezTo>
                <a:lnTo>
                  <a:pt x="7259" y="59420"/>
                </a:lnTo>
                <a:cubicBezTo>
                  <a:pt x="7259" y="59183"/>
                  <a:pt x="7052" y="58992"/>
                  <a:pt x="6796" y="58992"/>
                </a:cubicBezTo>
                <a:lnTo>
                  <a:pt x="6004" y="58992"/>
                </a:lnTo>
                <a:lnTo>
                  <a:pt x="6004" y="29427"/>
                </a:lnTo>
                <a:cubicBezTo>
                  <a:pt x="6054" y="29412"/>
                  <a:pt x="6104" y="29394"/>
                  <a:pt x="6153" y="29377"/>
                </a:cubicBezTo>
                <a:cubicBezTo>
                  <a:pt x="6493" y="29480"/>
                  <a:pt x="6835" y="29533"/>
                  <a:pt x="7177" y="29533"/>
                </a:cubicBezTo>
                <a:cubicBezTo>
                  <a:pt x="7455" y="29533"/>
                  <a:pt x="7731" y="29499"/>
                  <a:pt x="8008" y="29430"/>
                </a:cubicBezTo>
                <a:cubicBezTo>
                  <a:pt x="8531" y="29300"/>
                  <a:pt x="9045" y="29044"/>
                  <a:pt x="9545" y="28678"/>
                </a:cubicBezTo>
                <a:cubicBezTo>
                  <a:pt x="10404" y="29322"/>
                  <a:pt x="11314" y="29651"/>
                  <a:pt x="12250" y="29651"/>
                </a:cubicBezTo>
                <a:cubicBezTo>
                  <a:pt x="12558" y="29651"/>
                  <a:pt x="12869" y="29614"/>
                  <a:pt x="13183" y="29542"/>
                </a:cubicBezTo>
                <a:cubicBezTo>
                  <a:pt x="13486" y="29613"/>
                  <a:pt x="13791" y="29651"/>
                  <a:pt x="14100" y="29651"/>
                </a:cubicBezTo>
                <a:cubicBezTo>
                  <a:pt x="14437" y="29651"/>
                  <a:pt x="14776" y="29609"/>
                  <a:pt x="15118" y="29524"/>
                </a:cubicBezTo>
                <a:cubicBezTo>
                  <a:pt x="15770" y="29361"/>
                  <a:pt x="16426" y="29037"/>
                  <a:pt x="17065" y="28570"/>
                </a:cubicBezTo>
                <a:lnTo>
                  <a:pt x="17065" y="56662"/>
                </a:lnTo>
                <a:lnTo>
                  <a:pt x="16111" y="56662"/>
                </a:lnTo>
                <a:cubicBezTo>
                  <a:pt x="15805" y="56662"/>
                  <a:pt x="15555" y="56892"/>
                  <a:pt x="15555" y="57177"/>
                </a:cubicBezTo>
                <a:lnTo>
                  <a:pt x="15555" y="69902"/>
                </a:lnTo>
                <a:cubicBezTo>
                  <a:pt x="15555" y="70186"/>
                  <a:pt x="15805" y="70416"/>
                  <a:pt x="16111" y="70416"/>
                </a:cubicBezTo>
                <a:lnTo>
                  <a:pt x="18958" y="70416"/>
                </a:lnTo>
                <a:cubicBezTo>
                  <a:pt x="19264" y="70416"/>
                  <a:pt x="19513" y="70186"/>
                  <a:pt x="19513" y="69902"/>
                </a:cubicBezTo>
                <a:lnTo>
                  <a:pt x="19513" y="57177"/>
                </a:lnTo>
                <a:cubicBezTo>
                  <a:pt x="19513" y="56892"/>
                  <a:pt x="19264" y="56662"/>
                  <a:pt x="18958" y="56662"/>
                </a:cubicBezTo>
                <a:lnTo>
                  <a:pt x="18005" y="56662"/>
                </a:lnTo>
                <a:lnTo>
                  <a:pt x="18005" y="27771"/>
                </a:lnTo>
                <a:cubicBezTo>
                  <a:pt x="18568" y="27219"/>
                  <a:pt x="19107" y="26556"/>
                  <a:pt x="19607" y="25794"/>
                </a:cubicBezTo>
                <a:cubicBezTo>
                  <a:pt x="20659" y="24189"/>
                  <a:pt x="21505" y="22202"/>
                  <a:pt x="22051" y="20083"/>
                </a:cubicBezTo>
                <a:cubicBezTo>
                  <a:pt x="22778" y="20682"/>
                  <a:pt x="23605" y="20994"/>
                  <a:pt x="24498" y="20994"/>
                </a:cubicBezTo>
                <a:cubicBezTo>
                  <a:pt x="24800" y="20994"/>
                  <a:pt x="25111" y="20959"/>
                  <a:pt x="25427" y="20887"/>
                </a:cubicBezTo>
                <a:cubicBezTo>
                  <a:pt x="25489" y="20872"/>
                  <a:pt x="25550" y="20857"/>
                  <a:pt x="25612" y="20840"/>
                </a:cubicBezTo>
                <a:cubicBezTo>
                  <a:pt x="25969" y="20942"/>
                  <a:pt x="26342" y="20995"/>
                  <a:pt x="26727" y="20995"/>
                </a:cubicBezTo>
                <a:cubicBezTo>
                  <a:pt x="27068" y="20995"/>
                  <a:pt x="27420" y="20955"/>
                  <a:pt x="27780" y="20872"/>
                </a:cubicBezTo>
                <a:cubicBezTo>
                  <a:pt x="28531" y="20701"/>
                  <a:pt x="29302" y="20353"/>
                  <a:pt x="30063" y="19846"/>
                </a:cubicBezTo>
                <a:lnTo>
                  <a:pt x="30063" y="54153"/>
                </a:lnTo>
                <a:lnTo>
                  <a:pt x="28830" y="54153"/>
                </a:lnTo>
                <a:cubicBezTo>
                  <a:pt x="28432" y="54153"/>
                  <a:pt x="28111" y="54451"/>
                  <a:pt x="28111" y="54819"/>
                </a:cubicBezTo>
                <a:lnTo>
                  <a:pt x="28111" y="71289"/>
                </a:lnTo>
                <a:cubicBezTo>
                  <a:pt x="28111" y="71657"/>
                  <a:pt x="28432" y="71956"/>
                  <a:pt x="28830" y="71956"/>
                </a:cubicBezTo>
                <a:lnTo>
                  <a:pt x="32514" y="71956"/>
                </a:lnTo>
                <a:cubicBezTo>
                  <a:pt x="32911" y="71956"/>
                  <a:pt x="33234" y="71657"/>
                  <a:pt x="33234" y="71289"/>
                </a:cubicBezTo>
                <a:lnTo>
                  <a:pt x="33234" y="54819"/>
                </a:lnTo>
                <a:cubicBezTo>
                  <a:pt x="33234" y="54451"/>
                  <a:pt x="32911" y="54153"/>
                  <a:pt x="32514" y="54153"/>
                </a:cubicBezTo>
                <a:lnTo>
                  <a:pt x="31280" y="54153"/>
                </a:lnTo>
                <a:lnTo>
                  <a:pt x="31280" y="18891"/>
                </a:lnTo>
                <a:cubicBezTo>
                  <a:pt x="34159" y="16286"/>
                  <a:pt x="36688" y="11427"/>
                  <a:pt x="37293" y="5260"/>
                </a:cubicBezTo>
                <a:lnTo>
                  <a:pt x="37394" y="5218"/>
                </a:lnTo>
                <a:lnTo>
                  <a:pt x="39083" y="5218"/>
                </a:lnTo>
                <a:cubicBezTo>
                  <a:pt x="39265" y="5218"/>
                  <a:pt x="39412" y="5071"/>
                  <a:pt x="39412" y="4890"/>
                </a:cubicBezTo>
                <a:lnTo>
                  <a:pt x="39412" y="4448"/>
                </a:lnTo>
                <a:cubicBezTo>
                  <a:pt x="39412" y="4267"/>
                  <a:pt x="39265" y="4120"/>
                  <a:pt x="39084" y="4120"/>
                </a:cubicBezTo>
                <a:lnTo>
                  <a:pt x="37585" y="4120"/>
                </a:lnTo>
                <a:lnTo>
                  <a:pt x="37585" y="3325"/>
                </a:lnTo>
                <a:lnTo>
                  <a:pt x="38531" y="3325"/>
                </a:lnTo>
                <a:cubicBezTo>
                  <a:pt x="38531" y="2719"/>
                  <a:pt x="38040" y="2229"/>
                  <a:pt x="37435" y="2229"/>
                </a:cubicBezTo>
                <a:cubicBezTo>
                  <a:pt x="36831" y="2229"/>
                  <a:pt x="36340" y="2720"/>
                  <a:pt x="36340" y="3325"/>
                </a:cubicBezTo>
                <a:lnTo>
                  <a:pt x="37286" y="3325"/>
                </a:lnTo>
                <a:lnTo>
                  <a:pt x="37286" y="4120"/>
                </a:lnTo>
                <a:lnTo>
                  <a:pt x="34728" y="4120"/>
                </a:lnTo>
                <a:lnTo>
                  <a:pt x="34728" y="3325"/>
                </a:lnTo>
                <a:lnTo>
                  <a:pt x="35674" y="3325"/>
                </a:lnTo>
                <a:cubicBezTo>
                  <a:pt x="35674" y="2719"/>
                  <a:pt x="35184" y="2229"/>
                  <a:pt x="34579" y="2229"/>
                </a:cubicBezTo>
                <a:cubicBezTo>
                  <a:pt x="33973" y="2229"/>
                  <a:pt x="33482" y="2720"/>
                  <a:pt x="33482" y="3325"/>
                </a:cubicBezTo>
                <a:lnTo>
                  <a:pt x="34429" y="3325"/>
                </a:lnTo>
                <a:lnTo>
                  <a:pt x="34429" y="4120"/>
                </a:lnTo>
                <a:lnTo>
                  <a:pt x="31282" y="4120"/>
                </a:lnTo>
                <a:lnTo>
                  <a:pt x="31282" y="364"/>
                </a:lnTo>
                <a:cubicBezTo>
                  <a:pt x="31282" y="164"/>
                  <a:pt x="31118" y="1"/>
                  <a:pt x="30918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2"/>
              </a:solidFill>
            </a:endParaRPr>
          </a:p>
        </p:txBody>
      </p:sp>
      <p:sp>
        <p:nvSpPr>
          <p:cNvPr id="482" name="Google Shape;482;p24"/>
          <p:cNvSpPr/>
          <p:nvPr/>
        </p:nvSpPr>
        <p:spPr>
          <a:xfrm flipH="1">
            <a:off x="-1252450" y="800101"/>
            <a:ext cx="2722975" cy="4971440"/>
          </a:xfrm>
          <a:custGeom>
            <a:avLst/>
            <a:gdLst/>
            <a:ahLst/>
            <a:cxnLst/>
            <a:rect l="l" t="t" r="r" b="b"/>
            <a:pathLst>
              <a:path w="39412" h="71956" extrusionOk="0">
                <a:moveTo>
                  <a:pt x="26435" y="5219"/>
                </a:moveTo>
                <a:cubicBezTo>
                  <a:pt x="26414" y="5447"/>
                  <a:pt x="26391" y="5674"/>
                  <a:pt x="26366" y="5900"/>
                </a:cubicBezTo>
                <a:lnTo>
                  <a:pt x="24728" y="5219"/>
                </a:lnTo>
                <a:close/>
                <a:moveTo>
                  <a:pt x="36617" y="5219"/>
                </a:moveTo>
                <a:lnTo>
                  <a:pt x="34266" y="6197"/>
                </a:lnTo>
                <a:cubicBezTo>
                  <a:pt x="34307" y="5875"/>
                  <a:pt x="34344" y="5549"/>
                  <a:pt x="34375" y="5219"/>
                </a:cubicBezTo>
                <a:close/>
                <a:moveTo>
                  <a:pt x="30064" y="5219"/>
                </a:moveTo>
                <a:lnTo>
                  <a:pt x="30064" y="7439"/>
                </a:lnTo>
                <a:lnTo>
                  <a:pt x="26467" y="5942"/>
                </a:lnTo>
                <a:cubicBezTo>
                  <a:pt x="26494" y="5702"/>
                  <a:pt x="26518" y="5461"/>
                  <a:pt x="26541" y="5219"/>
                </a:cubicBezTo>
                <a:close/>
                <a:moveTo>
                  <a:pt x="34269" y="5219"/>
                </a:moveTo>
                <a:cubicBezTo>
                  <a:pt x="34236" y="5564"/>
                  <a:pt x="34198" y="5906"/>
                  <a:pt x="34154" y="6243"/>
                </a:cubicBezTo>
                <a:lnTo>
                  <a:pt x="31282" y="7439"/>
                </a:lnTo>
                <a:lnTo>
                  <a:pt x="31282" y="5219"/>
                </a:lnTo>
                <a:close/>
                <a:moveTo>
                  <a:pt x="34108" y="6587"/>
                </a:moveTo>
                <a:cubicBezTo>
                  <a:pt x="33621" y="10031"/>
                  <a:pt x="32586" y="13006"/>
                  <a:pt x="31282" y="15337"/>
                </a:cubicBezTo>
                <a:lnTo>
                  <a:pt x="31282" y="7763"/>
                </a:lnTo>
                <a:lnTo>
                  <a:pt x="34108" y="6587"/>
                </a:lnTo>
                <a:close/>
                <a:moveTo>
                  <a:pt x="20438" y="17390"/>
                </a:moveTo>
                <a:lnTo>
                  <a:pt x="20438" y="18004"/>
                </a:lnTo>
                <a:lnTo>
                  <a:pt x="19995" y="18004"/>
                </a:lnTo>
                <a:cubicBezTo>
                  <a:pt x="20128" y="17809"/>
                  <a:pt x="20260" y="17604"/>
                  <a:pt x="20389" y="17390"/>
                </a:cubicBezTo>
                <a:close/>
                <a:moveTo>
                  <a:pt x="23951" y="5218"/>
                </a:moveTo>
                <a:lnTo>
                  <a:pt x="26331" y="6210"/>
                </a:lnTo>
                <a:cubicBezTo>
                  <a:pt x="25896" y="9839"/>
                  <a:pt x="24941" y="13226"/>
                  <a:pt x="23593" y="15872"/>
                </a:cubicBezTo>
                <a:cubicBezTo>
                  <a:pt x="23456" y="16140"/>
                  <a:pt x="23316" y="16400"/>
                  <a:pt x="23172" y="16651"/>
                </a:cubicBezTo>
                <a:cubicBezTo>
                  <a:pt x="23051" y="16583"/>
                  <a:pt x="22910" y="16544"/>
                  <a:pt x="22761" y="16544"/>
                </a:cubicBezTo>
                <a:cubicBezTo>
                  <a:pt x="22293" y="16544"/>
                  <a:pt x="21914" y="16923"/>
                  <a:pt x="21914" y="17390"/>
                </a:cubicBezTo>
                <a:lnTo>
                  <a:pt x="22645" y="17390"/>
                </a:lnTo>
                <a:lnTo>
                  <a:pt x="22645" y="17507"/>
                </a:lnTo>
                <a:cubicBezTo>
                  <a:pt x="22532" y="17679"/>
                  <a:pt x="22418" y="17844"/>
                  <a:pt x="22302" y="18004"/>
                </a:cubicBezTo>
                <a:lnTo>
                  <a:pt x="20668" y="18004"/>
                </a:lnTo>
                <a:lnTo>
                  <a:pt x="20668" y="17390"/>
                </a:lnTo>
                <a:lnTo>
                  <a:pt x="21399" y="17390"/>
                </a:lnTo>
                <a:cubicBezTo>
                  <a:pt x="21399" y="17024"/>
                  <a:pt x="21166" y="16713"/>
                  <a:pt x="20841" y="16595"/>
                </a:cubicBezTo>
                <a:cubicBezTo>
                  <a:pt x="20957" y="16378"/>
                  <a:pt x="21071" y="16154"/>
                  <a:pt x="21183" y="15922"/>
                </a:cubicBezTo>
                <a:cubicBezTo>
                  <a:pt x="22577" y="13043"/>
                  <a:pt x="23537" y="9257"/>
                  <a:pt x="23906" y="5218"/>
                </a:cubicBezTo>
                <a:close/>
                <a:moveTo>
                  <a:pt x="22645" y="17705"/>
                </a:moveTo>
                <a:lnTo>
                  <a:pt x="22645" y="18005"/>
                </a:lnTo>
                <a:lnTo>
                  <a:pt x="22437" y="18005"/>
                </a:lnTo>
                <a:cubicBezTo>
                  <a:pt x="22507" y="17906"/>
                  <a:pt x="22577" y="17806"/>
                  <a:pt x="22645" y="17705"/>
                </a:cubicBezTo>
                <a:close/>
                <a:moveTo>
                  <a:pt x="37183" y="5306"/>
                </a:moveTo>
                <a:cubicBezTo>
                  <a:pt x="36576" y="11373"/>
                  <a:pt x="34103" y="16160"/>
                  <a:pt x="31282" y="18753"/>
                </a:cubicBezTo>
                <a:lnTo>
                  <a:pt x="31282" y="15545"/>
                </a:lnTo>
                <a:cubicBezTo>
                  <a:pt x="32644" y="13165"/>
                  <a:pt x="33724" y="10100"/>
                  <a:pt x="34221" y="6539"/>
                </a:cubicBezTo>
                <a:lnTo>
                  <a:pt x="37183" y="5306"/>
                </a:lnTo>
                <a:close/>
                <a:moveTo>
                  <a:pt x="22128" y="18853"/>
                </a:moveTo>
                <a:lnTo>
                  <a:pt x="21574" y="19084"/>
                </a:lnTo>
                <a:cubicBezTo>
                  <a:pt x="21642" y="19009"/>
                  <a:pt x="21711" y="18933"/>
                  <a:pt x="21778" y="18853"/>
                </a:cubicBezTo>
                <a:close/>
                <a:moveTo>
                  <a:pt x="21627" y="18853"/>
                </a:moveTo>
                <a:cubicBezTo>
                  <a:pt x="21526" y="18968"/>
                  <a:pt x="21426" y="19077"/>
                  <a:pt x="21324" y="19183"/>
                </a:cubicBezTo>
                <a:cubicBezTo>
                  <a:pt x="21243" y="19077"/>
                  <a:pt x="21164" y="18968"/>
                  <a:pt x="21086" y="18853"/>
                </a:cubicBezTo>
                <a:close/>
                <a:moveTo>
                  <a:pt x="14353" y="18853"/>
                </a:moveTo>
                <a:cubicBezTo>
                  <a:pt x="14317" y="19035"/>
                  <a:pt x="14280" y="19215"/>
                  <a:pt x="14242" y="19394"/>
                </a:cubicBezTo>
                <a:lnTo>
                  <a:pt x="12941" y="18853"/>
                </a:lnTo>
                <a:close/>
                <a:moveTo>
                  <a:pt x="20962" y="18853"/>
                </a:moveTo>
                <a:cubicBezTo>
                  <a:pt x="21048" y="18984"/>
                  <a:pt x="21138" y="19108"/>
                  <a:pt x="21230" y="19227"/>
                </a:cubicBezTo>
                <a:lnTo>
                  <a:pt x="20317" y="19608"/>
                </a:lnTo>
                <a:cubicBezTo>
                  <a:pt x="20374" y="19357"/>
                  <a:pt x="20427" y="19106"/>
                  <a:pt x="20478" y="18853"/>
                </a:cubicBezTo>
                <a:close/>
                <a:moveTo>
                  <a:pt x="22176" y="19084"/>
                </a:moveTo>
                <a:cubicBezTo>
                  <a:pt x="22119" y="19358"/>
                  <a:pt x="22055" y="19631"/>
                  <a:pt x="21987" y="19902"/>
                </a:cubicBezTo>
                <a:cubicBezTo>
                  <a:pt x="21811" y="19745"/>
                  <a:pt x="21641" y="19569"/>
                  <a:pt x="21478" y="19373"/>
                </a:cubicBezTo>
                <a:lnTo>
                  <a:pt x="22176" y="19084"/>
                </a:lnTo>
                <a:close/>
                <a:moveTo>
                  <a:pt x="14646" y="18853"/>
                </a:moveTo>
                <a:cubicBezTo>
                  <a:pt x="14904" y="19258"/>
                  <a:pt x="15178" y="19608"/>
                  <a:pt x="15465" y="19904"/>
                </a:cubicBezTo>
                <a:lnTo>
                  <a:pt x="14341" y="19435"/>
                </a:lnTo>
                <a:cubicBezTo>
                  <a:pt x="14383" y="19243"/>
                  <a:pt x="14422" y="19049"/>
                  <a:pt x="14460" y="18853"/>
                </a:cubicBezTo>
                <a:close/>
                <a:moveTo>
                  <a:pt x="19228" y="18853"/>
                </a:moveTo>
                <a:cubicBezTo>
                  <a:pt x="18830" y="19331"/>
                  <a:pt x="18421" y="19732"/>
                  <a:pt x="18006" y="20049"/>
                </a:cubicBezTo>
                <a:lnTo>
                  <a:pt x="18006" y="18853"/>
                </a:lnTo>
                <a:close/>
                <a:moveTo>
                  <a:pt x="20866" y="19628"/>
                </a:moveTo>
                <a:lnTo>
                  <a:pt x="20866" y="19628"/>
                </a:lnTo>
                <a:cubicBezTo>
                  <a:pt x="20637" y="19835"/>
                  <a:pt x="20406" y="20018"/>
                  <a:pt x="20175" y="20178"/>
                </a:cubicBezTo>
                <a:cubicBezTo>
                  <a:pt x="20199" y="20080"/>
                  <a:pt x="20224" y="19983"/>
                  <a:pt x="20249" y="19885"/>
                </a:cubicBezTo>
                <a:lnTo>
                  <a:pt x="20866" y="19628"/>
                </a:lnTo>
                <a:close/>
                <a:moveTo>
                  <a:pt x="12780" y="19035"/>
                </a:moveTo>
                <a:lnTo>
                  <a:pt x="14193" y="19624"/>
                </a:lnTo>
                <a:cubicBezTo>
                  <a:pt x="14139" y="19867"/>
                  <a:pt x="14081" y="20105"/>
                  <a:pt x="14021" y="20341"/>
                </a:cubicBezTo>
                <a:cubicBezTo>
                  <a:pt x="13584" y="20029"/>
                  <a:pt x="13167" y="19592"/>
                  <a:pt x="12780" y="19035"/>
                </a:cubicBezTo>
                <a:close/>
                <a:moveTo>
                  <a:pt x="17065" y="18853"/>
                </a:moveTo>
                <a:lnTo>
                  <a:pt x="17065" y="20569"/>
                </a:lnTo>
                <a:lnTo>
                  <a:pt x="15728" y="20012"/>
                </a:lnTo>
                <a:cubicBezTo>
                  <a:pt x="15391" y="19701"/>
                  <a:pt x="15070" y="19315"/>
                  <a:pt x="14770" y="18853"/>
                </a:cubicBezTo>
                <a:close/>
                <a:moveTo>
                  <a:pt x="20370" y="18853"/>
                </a:moveTo>
                <a:cubicBezTo>
                  <a:pt x="20317" y="19123"/>
                  <a:pt x="20259" y="19391"/>
                  <a:pt x="20195" y="19658"/>
                </a:cubicBezTo>
                <a:lnTo>
                  <a:pt x="18006" y="20569"/>
                </a:lnTo>
                <a:lnTo>
                  <a:pt x="18006" y="20181"/>
                </a:lnTo>
                <a:cubicBezTo>
                  <a:pt x="18468" y="19837"/>
                  <a:pt x="18924" y="19392"/>
                  <a:pt x="19365" y="18853"/>
                </a:cubicBezTo>
                <a:close/>
                <a:moveTo>
                  <a:pt x="16554" y="20606"/>
                </a:moveTo>
                <a:lnTo>
                  <a:pt x="16825" y="20719"/>
                </a:lnTo>
                <a:cubicBezTo>
                  <a:pt x="16819" y="20721"/>
                  <a:pt x="16813" y="20723"/>
                  <a:pt x="16807" y="20725"/>
                </a:cubicBezTo>
                <a:cubicBezTo>
                  <a:pt x="16722" y="20690"/>
                  <a:pt x="16638" y="20650"/>
                  <a:pt x="16554" y="20606"/>
                </a:cubicBezTo>
                <a:close/>
                <a:moveTo>
                  <a:pt x="26433" y="6252"/>
                </a:moveTo>
                <a:lnTo>
                  <a:pt x="30064" y="7763"/>
                </a:lnTo>
                <a:lnTo>
                  <a:pt x="30064" y="17227"/>
                </a:lnTo>
                <a:cubicBezTo>
                  <a:pt x="28674" y="19095"/>
                  <a:pt x="27108" y="20315"/>
                  <a:pt x="25615" y="20730"/>
                </a:cubicBezTo>
                <a:cubicBezTo>
                  <a:pt x="24679" y="20454"/>
                  <a:pt x="23854" y="19820"/>
                  <a:pt x="23188" y="18853"/>
                </a:cubicBezTo>
                <a:lnTo>
                  <a:pt x="24034" y="18853"/>
                </a:lnTo>
                <a:cubicBezTo>
                  <a:pt x="24174" y="18853"/>
                  <a:pt x="24288" y="18739"/>
                  <a:pt x="24288" y="18600"/>
                </a:cubicBezTo>
                <a:lnTo>
                  <a:pt x="24288" y="18259"/>
                </a:lnTo>
                <a:cubicBezTo>
                  <a:pt x="24288" y="18118"/>
                  <a:pt x="24174" y="18005"/>
                  <a:pt x="24034" y="18005"/>
                </a:cubicBezTo>
                <a:lnTo>
                  <a:pt x="22876" y="18005"/>
                </a:lnTo>
                <a:lnTo>
                  <a:pt x="22876" y="17390"/>
                </a:lnTo>
                <a:lnTo>
                  <a:pt x="23607" y="17390"/>
                </a:lnTo>
                <a:cubicBezTo>
                  <a:pt x="23607" y="17110"/>
                  <a:pt x="23471" y="16863"/>
                  <a:pt x="23261" y="16709"/>
                </a:cubicBezTo>
                <a:cubicBezTo>
                  <a:pt x="23406" y="16455"/>
                  <a:pt x="23548" y="16192"/>
                  <a:pt x="23687" y="15919"/>
                </a:cubicBezTo>
                <a:cubicBezTo>
                  <a:pt x="25037" y="13270"/>
                  <a:pt x="25994" y="9882"/>
                  <a:pt x="26433" y="6252"/>
                </a:cubicBezTo>
                <a:close/>
                <a:moveTo>
                  <a:pt x="16965" y="20777"/>
                </a:moveTo>
                <a:lnTo>
                  <a:pt x="17065" y="20819"/>
                </a:lnTo>
                <a:lnTo>
                  <a:pt x="17065" y="20821"/>
                </a:lnTo>
                <a:cubicBezTo>
                  <a:pt x="17027" y="20809"/>
                  <a:pt x="16990" y="20796"/>
                  <a:pt x="16952" y="20783"/>
                </a:cubicBezTo>
                <a:cubicBezTo>
                  <a:pt x="16957" y="20781"/>
                  <a:pt x="16961" y="20779"/>
                  <a:pt x="16965" y="20777"/>
                </a:cubicBezTo>
                <a:close/>
                <a:moveTo>
                  <a:pt x="30064" y="17395"/>
                </a:moveTo>
                <a:lnTo>
                  <a:pt x="30064" y="19722"/>
                </a:lnTo>
                <a:cubicBezTo>
                  <a:pt x="29294" y="20241"/>
                  <a:pt x="28517" y="20596"/>
                  <a:pt x="27757" y="20770"/>
                </a:cubicBezTo>
                <a:cubicBezTo>
                  <a:pt x="27407" y="20849"/>
                  <a:pt x="27065" y="20889"/>
                  <a:pt x="26733" y="20889"/>
                </a:cubicBezTo>
                <a:cubicBezTo>
                  <a:pt x="26416" y="20889"/>
                  <a:pt x="26107" y="20853"/>
                  <a:pt x="25809" y="20782"/>
                </a:cubicBezTo>
                <a:cubicBezTo>
                  <a:pt x="27242" y="20329"/>
                  <a:pt x="28730" y="19155"/>
                  <a:pt x="30064" y="17395"/>
                </a:cubicBezTo>
                <a:close/>
                <a:moveTo>
                  <a:pt x="23062" y="18853"/>
                </a:moveTo>
                <a:cubicBezTo>
                  <a:pt x="23710" y="19818"/>
                  <a:pt x="24513" y="20468"/>
                  <a:pt x="25423" y="20779"/>
                </a:cubicBezTo>
                <a:cubicBezTo>
                  <a:pt x="25417" y="20780"/>
                  <a:pt x="25411" y="20782"/>
                  <a:pt x="25403" y="20784"/>
                </a:cubicBezTo>
                <a:cubicBezTo>
                  <a:pt x="25086" y="20857"/>
                  <a:pt x="24776" y="20893"/>
                  <a:pt x="24474" y="20893"/>
                </a:cubicBezTo>
                <a:cubicBezTo>
                  <a:pt x="23593" y="20893"/>
                  <a:pt x="22787" y="20585"/>
                  <a:pt x="22077" y="19981"/>
                </a:cubicBezTo>
                <a:cubicBezTo>
                  <a:pt x="22156" y="19667"/>
                  <a:pt x="22228" y="19352"/>
                  <a:pt x="22293" y="19034"/>
                </a:cubicBezTo>
                <a:lnTo>
                  <a:pt x="22728" y="18853"/>
                </a:lnTo>
                <a:close/>
                <a:moveTo>
                  <a:pt x="14291" y="19665"/>
                </a:moveTo>
                <a:lnTo>
                  <a:pt x="15997" y="20374"/>
                </a:lnTo>
                <a:cubicBezTo>
                  <a:pt x="16212" y="20536"/>
                  <a:pt x="16434" y="20671"/>
                  <a:pt x="16661" y="20776"/>
                </a:cubicBezTo>
                <a:cubicBezTo>
                  <a:pt x="16571" y="20805"/>
                  <a:pt x="16482" y="20829"/>
                  <a:pt x="16393" y="20850"/>
                </a:cubicBezTo>
                <a:cubicBezTo>
                  <a:pt x="16173" y="20900"/>
                  <a:pt x="15956" y="20925"/>
                  <a:pt x="15743" y="20925"/>
                </a:cubicBezTo>
                <a:cubicBezTo>
                  <a:pt x="15176" y="20925"/>
                  <a:pt x="14630" y="20750"/>
                  <a:pt x="14114" y="20405"/>
                </a:cubicBezTo>
                <a:cubicBezTo>
                  <a:pt x="14175" y="20160"/>
                  <a:pt x="14236" y="19915"/>
                  <a:pt x="14291" y="19665"/>
                </a:cubicBezTo>
                <a:close/>
                <a:moveTo>
                  <a:pt x="20127" y="19935"/>
                </a:moveTo>
                <a:lnTo>
                  <a:pt x="20127" y="19935"/>
                </a:lnTo>
                <a:cubicBezTo>
                  <a:pt x="20100" y="20046"/>
                  <a:pt x="20071" y="20156"/>
                  <a:pt x="20041" y="20266"/>
                </a:cubicBezTo>
                <a:cubicBezTo>
                  <a:pt x="19581" y="20566"/>
                  <a:pt x="19117" y="20774"/>
                  <a:pt x="18660" y="20878"/>
                </a:cubicBezTo>
                <a:cubicBezTo>
                  <a:pt x="18439" y="20928"/>
                  <a:pt x="18220" y="20955"/>
                  <a:pt x="18006" y="20959"/>
                </a:cubicBezTo>
                <a:lnTo>
                  <a:pt x="18006" y="20819"/>
                </a:lnTo>
                <a:lnTo>
                  <a:pt x="20127" y="19935"/>
                </a:lnTo>
                <a:close/>
                <a:moveTo>
                  <a:pt x="19998" y="20426"/>
                </a:moveTo>
                <a:lnTo>
                  <a:pt x="19998" y="20426"/>
                </a:lnTo>
                <a:cubicBezTo>
                  <a:pt x="19519" y="22165"/>
                  <a:pt x="18836" y="23801"/>
                  <a:pt x="18006" y="25194"/>
                </a:cubicBezTo>
                <a:lnTo>
                  <a:pt x="18006" y="21064"/>
                </a:lnTo>
                <a:cubicBezTo>
                  <a:pt x="18228" y="21059"/>
                  <a:pt x="18455" y="21033"/>
                  <a:pt x="18684" y="20980"/>
                </a:cubicBezTo>
                <a:cubicBezTo>
                  <a:pt x="19124" y="20880"/>
                  <a:pt x="19563" y="20694"/>
                  <a:pt x="19998" y="20426"/>
                </a:cubicBezTo>
                <a:close/>
                <a:moveTo>
                  <a:pt x="9862" y="26346"/>
                </a:moveTo>
                <a:lnTo>
                  <a:pt x="9862" y="26856"/>
                </a:lnTo>
                <a:lnTo>
                  <a:pt x="9073" y="26856"/>
                </a:lnTo>
                <a:cubicBezTo>
                  <a:pt x="9187" y="26692"/>
                  <a:pt x="9300" y="26522"/>
                  <a:pt x="9411" y="26346"/>
                </a:cubicBezTo>
                <a:close/>
                <a:moveTo>
                  <a:pt x="12341" y="18853"/>
                </a:moveTo>
                <a:lnTo>
                  <a:pt x="12604" y="18962"/>
                </a:lnTo>
                <a:cubicBezTo>
                  <a:pt x="13035" y="19608"/>
                  <a:pt x="13500" y="20105"/>
                  <a:pt x="13995" y="20449"/>
                </a:cubicBezTo>
                <a:cubicBezTo>
                  <a:pt x="13320" y="23080"/>
                  <a:pt x="12317" y="25315"/>
                  <a:pt x="11140" y="26896"/>
                </a:cubicBezTo>
                <a:cubicBezTo>
                  <a:pt x="11105" y="26872"/>
                  <a:pt x="11063" y="26856"/>
                  <a:pt x="11017" y="26856"/>
                </a:cubicBezTo>
                <a:lnTo>
                  <a:pt x="10054" y="26856"/>
                </a:lnTo>
                <a:lnTo>
                  <a:pt x="10054" y="26346"/>
                </a:lnTo>
                <a:lnTo>
                  <a:pt x="10661" y="26346"/>
                </a:lnTo>
                <a:cubicBezTo>
                  <a:pt x="10661" y="25956"/>
                  <a:pt x="10347" y="25642"/>
                  <a:pt x="9958" y="25642"/>
                </a:cubicBezTo>
                <a:cubicBezTo>
                  <a:pt x="9908" y="25642"/>
                  <a:pt x="9860" y="25647"/>
                  <a:pt x="9814" y="25656"/>
                </a:cubicBezTo>
                <a:cubicBezTo>
                  <a:pt x="10800" y="23859"/>
                  <a:pt x="11604" y="21530"/>
                  <a:pt x="12119" y="18853"/>
                </a:cubicBezTo>
                <a:close/>
                <a:moveTo>
                  <a:pt x="21381" y="19414"/>
                </a:moveTo>
                <a:cubicBezTo>
                  <a:pt x="21566" y="19634"/>
                  <a:pt x="21759" y="19834"/>
                  <a:pt x="21961" y="20009"/>
                </a:cubicBezTo>
                <a:cubicBezTo>
                  <a:pt x="21420" y="22135"/>
                  <a:pt x="20573" y="24129"/>
                  <a:pt x="19519" y="25735"/>
                </a:cubicBezTo>
                <a:cubicBezTo>
                  <a:pt x="19046" y="26459"/>
                  <a:pt x="18536" y="27091"/>
                  <a:pt x="18006" y="27622"/>
                </a:cubicBezTo>
                <a:lnTo>
                  <a:pt x="18006" y="25399"/>
                </a:lnTo>
                <a:cubicBezTo>
                  <a:pt x="18901" y="23937"/>
                  <a:pt x="19629" y="22195"/>
                  <a:pt x="20130" y="20343"/>
                </a:cubicBezTo>
                <a:cubicBezTo>
                  <a:pt x="20481" y="20114"/>
                  <a:pt x="20828" y="19833"/>
                  <a:pt x="21170" y="19502"/>
                </a:cubicBezTo>
                <a:lnTo>
                  <a:pt x="21381" y="19414"/>
                </a:lnTo>
                <a:close/>
                <a:moveTo>
                  <a:pt x="10600" y="27561"/>
                </a:moveTo>
                <a:cubicBezTo>
                  <a:pt x="10561" y="27606"/>
                  <a:pt x="10521" y="27652"/>
                  <a:pt x="10482" y="27695"/>
                </a:cubicBezTo>
                <a:cubicBezTo>
                  <a:pt x="10442" y="27651"/>
                  <a:pt x="10402" y="27606"/>
                  <a:pt x="10363" y="27561"/>
                </a:cubicBezTo>
                <a:close/>
                <a:moveTo>
                  <a:pt x="9433" y="27561"/>
                </a:moveTo>
                <a:lnTo>
                  <a:pt x="8765" y="27840"/>
                </a:lnTo>
                <a:cubicBezTo>
                  <a:pt x="8685" y="27755"/>
                  <a:pt x="8605" y="27668"/>
                  <a:pt x="8524" y="27578"/>
                </a:cubicBezTo>
                <a:cubicBezTo>
                  <a:pt x="8530" y="27572"/>
                  <a:pt x="8534" y="27566"/>
                  <a:pt x="8538" y="27561"/>
                </a:cubicBezTo>
                <a:close/>
                <a:moveTo>
                  <a:pt x="8456" y="27657"/>
                </a:moveTo>
                <a:cubicBezTo>
                  <a:pt x="8524" y="27734"/>
                  <a:pt x="8592" y="27810"/>
                  <a:pt x="8661" y="27883"/>
                </a:cubicBezTo>
                <a:lnTo>
                  <a:pt x="7982" y="28165"/>
                </a:lnTo>
                <a:cubicBezTo>
                  <a:pt x="8142" y="28008"/>
                  <a:pt x="8300" y="27838"/>
                  <a:pt x="8456" y="27657"/>
                </a:cubicBezTo>
                <a:close/>
                <a:moveTo>
                  <a:pt x="10224" y="27561"/>
                </a:moveTo>
                <a:cubicBezTo>
                  <a:pt x="10284" y="27633"/>
                  <a:pt x="10347" y="27702"/>
                  <a:pt x="10409" y="27770"/>
                </a:cubicBezTo>
                <a:cubicBezTo>
                  <a:pt x="10128" y="28066"/>
                  <a:pt x="9841" y="28327"/>
                  <a:pt x="9547" y="28548"/>
                </a:cubicBezTo>
                <a:cubicBezTo>
                  <a:pt x="9331" y="28381"/>
                  <a:pt x="9118" y="28194"/>
                  <a:pt x="8910" y="27987"/>
                </a:cubicBezTo>
                <a:lnTo>
                  <a:pt x="9931" y="27561"/>
                </a:lnTo>
                <a:close/>
                <a:moveTo>
                  <a:pt x="5223" y="27561"/>
                </a:moveTo>
                <a:lnTo>
                  <a:pt x="5223" y="28853"/>
                </a:lnTo>
                <a:cubicBezTo>
                  <a:pt x="4715" y="28544"/>
                  <a:pt x="4212" y="28114"/>
                  <a:pt x="3716" y="27561"/>
                </a:cubicBezTo>
                <a:close/>
                <a:moveTo>
                  <a:pt x="8372" y="27561"/>
                </a:moveTo>
                <a:cubicBezTo>
                  <a:pt x="8372" y="27562"/>
                  <a:pt x="8372" y="27562"/>
                  <a:pt x="8373" y="27563"/>
                </a:cubicBezTo>
                <a:cubicBezTo>
                  <a:pt x="8143" y="27833"/>
                  <a:pt x="7909" y="28078"/>
                  <a:pt x="7671" y="28295"/>
                </a:cubicBezTo>
                <a:lnTo>
                  <a:pt x="6005" y="28987"/>
                </a:lnTo>
                <a:lnTo>
                  <a:pt x="6005" y="27561"/>
                </a:lnTo>
                <a:close/>
                <a:moveTo>
                  <a:pt x="3578" y="27561"/>
                </a:moveTo>
                <a:cubicBezTo>
                  <a:pt x="4112" y="28166"/>
                  <a:pt x="4663" y="28635"/>
                  <a:pt x="5223" y="28963"/>
                </a:cubicBezTo>
                <a:lnTo>
                  <a:pt x="5223" y="28988"/>
                </a:lnTo>
                <a:lnTo>
                  <a:pt x="1796" y="27561"/>
                </a:lnTo>
                <a:close/>
                <a:moveTo>
                  <a:pt x="7146" y="28721"/>
                </a:moveTo>
                <a:lnTo>
                  <a:pt x="7146" y="28721"/>
                </a:lnTo>
                <a:cubicBezTo>
                  <a:pt x="6814" y="28960"/>
                  <a:pt x="6476" y="29144"/>
                  <a:pt x="6133" y="29271"/>
                </a:cubicBezTo>
                <a:cubicBezTo>
                  <a:pt x="6091" y="29257"/>
                  <a:pt x="6048" y="29243"/>
                  <a:pt x="6005" y="29228"/>
                </a:cubicBezTo>
                <a:lnTo>
                  <a:pt x="6005" y="29196"/>
                </a:lnTo>
                <a:lnTo>
                  <a:pt x="7146" y="28721"/>
                </a:lnTo>
                <a:close/>
                <a:moveTo>
                  <a:pt x="8805" y="28030"/>
                </a:moveTo>
                <a:cubicBezTo>
                  <a:pt x="9020" y="28245"/>
                  <a:pt x="9237" y="28439"/>
                  <a:pt x="9459" y="28611"/>
                </a:cubicBezTo>
                <a:cubicBezTo>
                  <a:pt x="8979" y="28959"/>
                  <a:pt x="8484" y="29203"/>
                  <a:pt x="7983" y="29327"/>
                </a:cubicBezTo>
                <a:cubicBezTo>
                  <a:pt x="7706" y="29396"/>
                  <a:pt x="7430" y="29431"/>
                  <a:pt x="7155" y="29431"/>
                </a:cubicBezTo>
                <a:cubicBezTo>
                  <a:pt x="6870" y="29431"/>
                  <a:pt x="6587" y="29394"/>
                  <a:pt x="6305" y="29320"/>
                </a:cubicBezTo>
                <a:cubicBezTo>
                  <a:pt x="6734" y="29144"/>
                  <a:pt x="7153" y="28886"/>
                  <a:pt x="7560" y="28549"/>
                </a:cubicBezTo>
                <a:lnTo>
                  <a:pt x="8805" y="28030"/>
                </a:lnTo>
                <a:close/>
                <a:moveTo>
                  <a:pt x="14086" y="20512"/>
                </a:moveTo>
                <a:cubicBezTo>
                  <a:pt x="14610" y="20855"/>
                  <a:pt x="15164" y="21031"/>
                  <a:pt x="15739" y="21031"/>
                </a:cubicBezTo>
                <a:cubicBezTo>
                  <a:pt x="15962" y="21031"/>
                  <a:pt x="16188" y="21004"/>
                  <a:pt x="16416" y="20953"/>
                </a:cubicBezTo>
                <a:cubicBezTo>
                  <a:pt x="16546" y="20923"/>
                  <a:pt x="16675" y="20885"/>
                  <a:pt x="16805" y="20839"/>
                </a:cubicBezTo>
                <a:cubicBezTo>
                  <a:pt x="16890" y="20873"/>
                  <a:pt x="16977" y="20904"/>
                  <a:pt x="17065" y="20931"/>
                </a:cubicBezTo>
                <a:lnTo>
                  <a:pt x="17065" y="26580"/>
                </a:lnTo>
                <a:cubicBezTo>
                  <a:pt x="15892" y="28095"/>
                  <a:pt x="14559" y="29093"/>
                  <a:pt x="13241" y="29422"/>
                </a:cubicBezTo>
                <a:cubicBezTo>
                  <a:pt x="13222" y="29427"/>
                  <a:pt x="13203" y="29430"/>
                  <a:pt x="13185" y="29435"/>
                </a:cubicBezTo>
                <a:cubicBezTo>
                  <a:pt x="12263" y="29212"/>
                  <a:pt x="11376" y="28653"/>
                  <a:pt x="10552" y="27771"/>
                </a:cubicBezTo>
                <a:cubicBezTo>
                  <a:pt x="10613" y="27703"/>
                  <a:pt x="10676" y="27632"/>
                  <a:pt x="10736" y="27561"/>
                </a:cubicBezTo>
                <a:lnTo>
                  <a:pt x="11017" y="27561"/>
                </a:lnTo>
                <a:cubicBezTo>
                  <a:pt x="11133" y="27561"/>
                  <a:pt x="11228" y="27467"/>
                  <a:pt x="11228" y="27351"/>
                </a:cubicBezTo>
                <a:lnTo>
                  <a:pt x="11228" y="27067"/>
                </a:lnTo>
                <a:cubicBezTo>
                  <a:pt x="11228" y="27035"/>
                  <a:pt x="11219" y="27004"/>
                  <a:pt x="11207" y="26978"/>
                </a:cubicBezTo>
                <a:cubicBezTo>
                  <a:pt x="12395" y="25390"/>
                  <a:pt x="13405" y="23149"/>
                  <a:pt x="14086" y="20512"/>
                </a:cubicBezTo>
                <a:close/>
                <a:moveTo>
                  <a:pt x="1720" y="27738"/>
                </a:moveTo>
                <a:lnTo>
                  <a:pt x="5223" y="29196"/>
                </a:lnTo>
                <a:lnTo>
                  <a:pt x="5223" y="29472"/>
                </a:lnTo>
                <a:cubicBezTo>
                  <a:pt x="5147" y="29478"/>
                  <a:pt x="5070" y="29481"/>
                  <a:pt x="4994" y="29481"/>
                </a:cubicBezTo>
                <a:cubicBezTo>
                  <a:pt x="3889" y="29481"/>
                  <a:pt x="2792" y="28897"/>
                  <a:pt x="1720" y="27738"/>
                </a:cubicBezTo>
                <a:close/>
                <a:moveTo>
                  <a:pt x="10478" y="27847"/>
                </a:moveTo>
                <a:cubicBezTo>
                  <a:pt x="11255" y="28678"/>
                  <a:pt x="12089" y="29226"/>
                  <a:pt x="12955" y="29483"/>
                </a:cubicBezTo>
                <a:cubicBezTo>
                  <a:pt x="12720" y="29524"/>
                  <a:pt x="12485" y="29545"/>
                  <a:pt x="12253" y="29545"/>
                </a:cubicBezTo>
                <a:cubicBezTo>
                  <a:pt x="11348" y="29545"/>
                  <a:pt x="10466" y="29230"/>
                  <a:pt x="9632" y="28611"/>
                </a:cubicBezTo>
                <a:cubicBezTo>
                  <a:pt x="9920" y="28392"/>
                  <a:pt x="10202" y="28137"/>
                  <a:pt x="10478" y="27847"/>
                </a:cubicBezTo>
                <a:close/>
                <a:moveTo>
                  <a:pt x="17065" y="26752"/>
                </a:moveTo>
                <a:lnTo>
                  <a:pt x="17065" y="28442"/>
                </a:lnTo>
                <a:cubicBezTo>
                  <a:pt x="16418" y="28924"/>
                  <a:pt x="15754" y="29257"/>
                  <a:pt x="15093" y="29422"/>
                </a:cubicBezTo>
                <a:cubicBezTo>
                  <a:pt x="14762" y="29504"/>
                  <a:pt x="14433" y="29545"/>
                  <a:pt x="14107" y="29545"/>
                </a:cubicBezTo>
                <a:cubicBezTo>
                  <a:pt x="13873" y="29545"/>
                  <a:pt x="13641" y="29524"/>
                  <a:pt x="13411" y="29483"/>
                </a:cubicBezTo>
                <a:cubicBezTo>
                  <a:pt x="14673" y="29123"/>
                  <a:pt x="15941" y="28171"/>
                  <a:pt x="17065" y="26752"/>
                </a:cubicBezTo>
                <a:close/>
                <a:moveTo>
                  <a:pt x="30428" y="1"/>
                </a:moveTo>
                <a:cubicBezTo>
                  <a:pt x="30226" y="1"/>
                  <a:pt x="30064" y="164"/>
                  <a:pt x="30064" y="364"/>
                </a:cubicBezTo>
                <a:lnTo>
                  <a:pt x="30064" y="4120"/>
                </a:lnTo>
                <a:lnTo>
                  <a:pt x="26971" y="4120"/>
                </a:lnTo>
                <a:lnTo>
                  <a:pt x="26971" y="3357"/>
                </a:lnTo>
                <a:lnTo>
                  <a:pt x="27918" y="3357"/>
                </a:lnTo>
                <a:cubicBezTo>
                  <a:pt x="27918" y="2752"/>
                  <a:pt x="27428" y="2262"/>
                  <a:pt x="26822" y="2262"/>
                </a:cubicBezTo>
                <a:cubicBezTo>
                  <a:pt x="26217" y="2262"/>
                  <a:pt x="25727" y="2752"/>
                  <a:pt x="25727" y="3357"/>
                </a:cubicBezTo>
                <a:lnTo>
                  <a:pt x="26673" y="3357"/>
                </a:lnTo>
                <a:lnTo>
                  <a:pt x="26673" y="4120"/>
                </a:lnTo>
                <a:lnTo>
                  <a:pt x="24114" y="4120"/>
                </a:lnTo>
                <a:lnTo>
                  <a:pt x="24114" y="3357"/>
                </a:lnTo>
                <a:lnTo>
                  <a:pt x="25060" y="3357"/>
                </a:lnTo>
                <a:cubicBezTo>
                  <a:pt x="25060" y="2752"/>
                  <a:pt x="24570" y="2262"/>
                  <a:pt x="23965" y="2262"/>
                </a:cubicBezTo>
                <a:cubicBezTo>
                  <a:pt x="23360" y="2262"/>
                  <a:pt x="22870" y="2752"/>
                  <a:pt x="22870" y="3357"/>
                </a:cubicBezTo>
                <a:lnTo>
                  <a:pt x="23816" y="3357"/>
                </a:lnTo>
                <a:lnTo>
                  <a:pt x="23816" y="4120"/>
                </a:lnTo>
                <a:lnTo>
                  <a:pt x="22261" y="4120"/>
                </a:lnTo>
                <a:cubicBezTo>
                  <a:pt x="22080" y="4120"/>
                  <a:pt x="21933" y="4267"/>
                  <a:pt x="21933" y="4448"/>
                </a:cubicBezTo>
                <a:lnTo>
                  <a:pt x="21933" y="4890"/>
                </a:lnTo>
                <a:cubicBezTo>
                  <a:pt x="21933" y="5071"/>
                  <a:pt x="22080" y="5218"/>
                  <a:pt x="22261" y="5218"/>
                </a:cubicBezTo>
                <a:lnTo>
                  <a:pt x="23801" y="5218"/>
                </a:lnTo>
                <a:cubicBezTo>
                  <a:pt x="23432" y="9242"/>
                  <a:pt x="22475" y="13010"/>
                  <a:pt x="21088" y="15877"/>
                </a:cubicBezTo>
                <a:cubicBezTo>
                  <a:pt x="20974" y="16114"/>
                  <a:pt x="20857" y="16342"/>
                  <a:pt x="20738" y="16564"/>
                </a:cubicBezTo>
                <a:cubicBezTo>
                  <a:pt x="20678" y="16551"/>
                  <a:pt x="20617" y="16544"/>
                  <a:pt x="20553" y="16544"/>
                </a:cubicBezTo>
                <a:cubicBezTo>
                  <a:pt x="20085" y="16544"/>
                  <a:pt x="19706" y="16923"/>
                  <a:pt x="19706" y="17390"/>
                </a:cubicBezTo>
                <a:lnTo>
                  <a:pt x="20266" y="17390"/>
                </a:lnTo>
                <a:cubicBezTo>
                  <a:pt x="20136" y="17604"/>
                  <a:pt x="20003" y="17809"/>
                  <a:pt x="19870" y="18005"/>
                </a:cubicBezTo>
                <a:lnTo>
                  <a:pt x="18006" y="18005"/>
                </a:lnTo>
                <a:lnTo>
                  <a:pt x="18006" y="15103"/>
                </a:lnTo>
                <a:cubicBezTo>
                  <a:pt x="18006" y="14947"/>
                  <a:pt x="17879" y="14822"/>
                  <a:pt x="17724" y="14822"/>
                </a:cubicBezTo>
                <a:lnTo>
                  <a:pt x="17346" y="14822"/>
                </a:lnTo>
                <a:cubicBezTo>
                  <a:pt x="17191" y="14822"/>
                  <a:pt x="17065" y="14947"/>
                  <a:pt x="17065" y="15103"/>
                </a:cubicBezTo>
                <a:lnTo>
                  <a:pt x="17065" y="18005"/>
                </a:lnTo>
                <a:lnTo>
                  <a:pt x="14676" y="18005"/>
                </a:lnTo>
                <a:lnTo>
                  <a:pt x="14676" y="17415"/>
                </a:lnTo>
                <a:lnTo>
                  <a:pt x="15406" y="17415"/>
                </a:lnTo>
                <a:cubicBezTo>
                  <a:pt x="15406" y="16948"/>
                  <a:pt x="15027" y="16568"/>
                  <a:pt x="14560" y="16568"/>
                </a:cubicBezTo>
                <a:cubicBezTo>
                  <a:pt x="14092" y="16568"/>
                  <a:pt x="13713" y="16948"/>
                  <a:pt x="13713" y="17415"/>
                </a:cubicBezTo>
                <a:lnTo>
                  <a:pt x="14445" y="17415"/>
                </a:lnTo>
                <a:lnTo>
                  <a:pt x="14445" y="18005"/>
                </a:lnTo>
                <a:lnTo>
                  <a:pt x="12468" y="18005"/>
                </a:lnTo>
                <a:lnTo>
                  <a:pt x="12468" y="17415"/>
                </a:lnTo>
                <a:lnTo>
                  <a:pt x="13199" y="17415"/>
                </a:lnTo>
                <a:cubicBezTo>
                  <a:pt x="13199" y="16948"/>
                  <a:pt x="12820" y="16568"/>
                  <a:pt x="12353" y="16568"/>
                </a:cubicBezTo>
                <a:cubicBezTo>
                  <a:pt x="11885" y="16568"/>
                  <a:pt x="11506" y="16948"/>
                  <a:pt x="11506" y="17415"/>
                </a:cubicBezTo>
                <a:lnTo>
                  <a:pt x="12237" y="17415"/>
                </a:lnTo>
                <a:lnTo>
                  <a:pt x="12237" y="18005"/>
                </a:lnTo>
                <a:lnTo>
                  <a:pt x="11037" y="18005"/>
                </a:lnTo>
                <a:cubicBezTo>
                  <a:pt x="10896" y="18005"/>
                  <a:pt x="10783" y="18118"/>
                  <a:pt x="10783" y="18259"/>
                </a:cubicBezTo>
                <a:lnTo>
                  <a:pt x="10783" y="18600"/>
                </a:lnTo>
                <a:cubicBezTo>
                  <a:pt x="10783" y="18739"/>
                  <a:pt x="10896" y="18853"/>
                  <a:pt x="11037" y="18853"/>
                </a:cubicBezTo>
                <a:lnTo>
                  <a:pt x="12013" y="18853"/>
                </a:lnTo>
                <a:cubicBezTo>
                  <a:pt x="11490" y="21545"/>
                  <a:pt x="10653" y="23911"/>
                  <a:pt x="9633" y="25722"/>
                </a:cubicBezTo>
                <a:cubicBezTo>
                  <a:pt x="9408" y="25839"/>
                  <a:pt x="9254" y="26074"/>
                  <a:pt x="9254" y="26346"/>
                </a:cubicBezTo>
                <a:lnTo>
                  <a:pt x="9260" y="26346"/>
                </a:lnTo>
                <a:cubicBezTo>
                  <a:pt x="9148" y="26521"/>
                  <a:pt x="9035" y="26693"/>
                  <a:pt x="8920" y="26856"/>
                </a:cubicBezTo>
                <a:lnTo>
                  <a:pt x="8218" y="26856"/>
                </a:lnTo>
                <a:lnTo>
                  <a:pt x="8218" y="26346"/>
                </a:lnTo>
                <a:lnTo>
                  <a:pt x="8826" y="26346"/>
                </a:lnTo>
                <a:cubicBezTo>
                  <a:pt x="8826" y="25956"/>
                  <a:pt x="8511" y="25642"/>
                  <a:pt x="8123" y="25642"/>
                </a:cubicBezTo>
                <a:cubicBezTo>
                  <a:pt x="7734" y="25642"/>
                  <a:pt x="7419" y="25956"/>
                  <a:pt x="7419" y="26346"/>
                </a:cubicBezTo>
                <a:lnTo>
                  <a:pt x="8027" y="26346"/>
                </a:lnTo>
                <a:lnTo>
                  <a:pt x="8027" y="26856"/>
                </a:lnTo>
                <a:lnTo>
                  <a:pt x="6005" y="26856"/>
                </a:lnTo>
                <a:lnTo>
                  <a:pt x="6005" y="24444"/>
                </a:lnTo>
                <a:cubicBezTo>
                  <a:pt x="6005" y="24314"/>
                  <a:pt x="5900" y="24210"/>
                  <a:pt x="5771" y="24210"/>
                </a:cubicBezTo>
                <a:lnTo>
                  <a:pt x="5456" y="24210"/>
                </a:lnTo>
                <a:cubicBezTo>
                  <a:pt x="5328" y="24210"/>
                  <a:pt x="5223" y="24314"/>
                  <a:pt x="5223" y="24444"/>
                </a:cubicBezTo>
                <a:lnTo>
                  <a:pt x="5223" y="26856"/>
                </a:lnTo>
                <a:lnTo>
                  <a:pt x="3237" y="26856"/>
                </a:lnTo>
                <a:lnTo>
                  <a:pt x="3237" y="26366"/>
                </a:lnTo>
                <a:lnTo>
                  <a:pt x="3844" y="26366"/>
                </a:lnTo>
                <a:cubicBezTo>
                  <a:pt x="3844" y="25977"/>
                  <a:pt x="3530" y="25662"/>
                  <a:pt x="3141" y="25662"/>
                </a:cubicBezTo>
                <a:cubicBezTo>
                  <a:pt x="2752" y="25662"/>
                  <a:pt x="2437" y="25977"/>
                  <a:pt x="2437" y="26366"/>
                </a:cubicBezTo>
                <a:lnTo>
                  <a:pt x="3045" y="26366"/>
                </a:lnTo>
                <a:lnTo>
                  <a:pt x="3045" y="26856"/>
                </a:lnTo>
                <a:lnTo>
                  <a:pt x="1401" y="26856"/>
                </a:lnTo>
                <a:lnTo>
                  <a:pt x="1401" y="26366"/>
                </a:lnTo>
                <a:lnTo>
                  <a:pt x="2009" y="26366"/>
                </a:lnTo>
                <a:cubicBezTo>
                  <a:pt x="2009" y="25977"/>
                  <a:pt x="1694" y="25662"/>
                  <a:pt x="1305" y="25662"/>
                </a:cubicBezTo>
                <a:cubicBezTo>
                  <a:pt x="916" y="25662"/>
                  <a:pt x="602" y="25977"/>
                  <a:pt x="602" y="26366"/>
                </a:cubicBezTo>
                <a:lnTo>
                  <a:pt x="1209" y="26366"/>
                </a:lnTo>
                <a:lnTo>
                  <a:pt x="1209" y="26856"/>
                </a:lnTo>
                <a:lnTo>
                  <a:pt x="211" y="26856"/>
                </a:lnTo>
                <a:cubicBezTo>
                  <a:pt x="94" y="26856"/>
                  <a:pt x="1" y="26950"/>
                  <a:pt x="1" y="27067"/>
                </a:cubicBezTo>
                <a:lnTo>
                  <a:pt x="1" y="27351"/>
                </a:lnTo>
                <a:cubicBezTo>
                  <a:pt x="1" y="27468"/>
                  <a:pt x="94" y="27561"/>
                  <a:pt x="211" y="27561"/>
                </a:cubicBezTo>
                <a:lnTo>
                  <a:pt x="1296" y="27561"/>
                </a:lnTo>
                <a:lnTo>
                  <a:pt x="1495" y="27644"/>
                </a:lnTo>
                <a:cubicBezTo>
                  <a:pt x="2634" y="28935"/>
                  <a:pt x="3805" y="29586"/>
                  <a:pt x="4991" y="29586"/>
                </a:cubicBezTo>
                <a:cubicBezTo>
                  <a:pt x="5068" y="29586"/>
                  <a:pt x="5145" y="29583"/>
                  <a:pt x="5222" y="29578"/>
                </a:cubicBezTo>
                <a:lnTo>
                  <a:pt x="5222" y="58992"/>
                </a:lnTo>
                <a:lnTo>
                  <a:pt x="4430" y="58992"/>
                </a:lnTo>
                <a:cubicBezTo>
                  <a:pt x="4175" y="58992"/>
                  <a:pt x="3969" y="59183"/>
                  <a:pt x="3969" y="59420"/>
                </a:cubicBezTo>
                <a:lnTo>
                  <a:pt x="3969" y="69999"/>
                </a:lnTo>
                <a:cubicBezTo>
                  <a:pt x="3969" y="70236"/>
                  <a:pt x="4175" y="70427"/>
                  <a:pt x="4430" y="70427"/>
                </a:cubicBezTo>
                <a:lnTo>
                  <a:pt x="6796" y="70427"/>
                </a:lnTo>
                <a:cubicBezTo>
                  <a:pt x="7052" y="70427"/>
                  <a:pt x="7259" y="70236"/>
                  <a:pt x="7259" y="69999"/>
                </a:cubicBezTo>
                <a:lnTo>
                  <a:pt x="7259" y="59420"/>
                </a:lnTo>
                <a:cubicBezTo>
                  <a:pt x="7259" y="59183"/>
                  <a:pt x="7052" y="58992"/>
                  <a:pt x="6796" y="58992"/>
                </a:cubicBezTo>
                <a:lnTo>
                  <a:pt x="6004" y="58992"/>
                </a:lnTo>
                <a:lnTo>
                  <a:pt x="6004" y="29427"/>
                </a:lnTo>
                <a:cubicBezTo>
                  <a:pt x="6054" y="29412"/>
                  <a:pt x="6104" y="29394"/>
                  <a:pt x="6153" y="29377"/>
                </a:cubicBezTo>
                <a:cubicBezTo>
                  <a:pt x="6493" y="29480"/>
                  <a:pt x="6835" y="29533"/>
                  <a:pt x="7177" y="29533"/>
                </a:cubicBezTo>
                <a:cubicBezTo>
                  <a:pt x="7455" y="29533"/>
                  <a:pt x="7731" y="29499"/>
                  <a:pt x="8008" y="29430"/>
                </a:cubicBezTo>
                <a:cubicBezTo>
                  <a:pt x="8531" y="29300"/>
                  <a:pt x="9045" y="29044"/>
                  <a:pt x="9545" y="28678"/>
                </a:cubicBezTo>
                <a:cubicBezTo>
                  <a:pt x="10404" y="29322"/>
                  <a:pt x="11314" y="29651"/>
                  <a:pt x="12250" y="29651"/>
                </a:cubicBezTo>
                <a:cubicBezTo>
                  <a:pt x="12558" y="29651"/>
                  <a:pt x="12869" y="29614"/>
                  <a:pt x="13183" y="29542"/>
                </a:cubicBezTo>
                <a:cubicBezTo>
                  <a:pt x="13486" y="29613"/>
                  <a:pt x="13791" y="29651"/>
                  <a:pt x="14100" y="29651"/>
                </a:cubicBezTo>
                <a:cubicBezTo>
                  <a:pt x="14437" y="29651"/>
                  <a:pt x="14776" y="29609"/>
                  <a:pt x="15118" y="29524"/>
                </a:cubicBezTo>
                <a:cubicBezTo>
                  <a:pt x="15770" y="29361"/>
                  <a:pt x="16426" y="29037"/>
                  <a:pt x="17065" y="28570"/>
                </a:cubicBezTo>
                <a:lnTo>
                  <a:pt x="17065" y="56662"/>
                </a:lnTo>
                <a:lnTo>
                  <a:pt x="16111" y="56662"/>
                </a:lnTo>
                <a:cubicBezTo>
                  <a:pt x="15805" y="56662"/>
                  <a:pt x="15555" y="56892"/>
                  <a:pt x="15555" y="57177"/>
                </a:cubicBezTo>
                <a:lnTo>
                  <a:pt x="15555" y="69902"/>
                </a:lnTo>
                <a:cubicBezTo>
                  <a:pt x="15555" y="70186"/>
                  <a:pt x="15805" y="70416"/>
                  <a:pt x="16111" y="70416"/>
                </a:cubicBezTo>
                <a:lnTo>
                  <a:pt x="18958" y="70416"/>
                </a:lnTo>
                <a:cubicBezTo>
                  <a:pt x="19264" y="70416"/>
                  <a:pt x="19513" y="70186"/>
                  <a:pt x="19513" y="69902"/>
                </a:cubicBezTo>
                <a:lnTo>
                  <a:pt x="19513" y="57177"/>
                </a:lnTo>
                <a:cubicBezTo>
                  <a:pt x="19513" y="56892"/>
                  <a:pt x="19264" y="56662"/>
                  <a:pt x="18958" y="56662"/>
                </a:cubicBezTo>
                <a:lnTo>
                  <a:pt x="18005" y="56662"/>
                </a:lnTo>
                <a:lnTo>
                  <a:pt x="18005" y="27771"/>
                </a:lnTo>
                <a:cubicBezTo>
                  <a:pt x="18568" y="27219"/>
                  <a:pt x="19107" y="26556"/>
                  <a:pt x="19607" y="25794"/>
                </a:cubicBezTo>
                <a:cubicBezTo>
                  <a:pt x="20659" y="24189"/>
                  <a:pt x="21505" y="22202"/>
                  <a:pt x="22051" y="20083"/>
                </a:cubicBezTo>
                <a:cubicBezTo>
                  <a:pt x="22778" y="20682"/>
                  <a:pt x="23605" y="20994"/>
                  <a:pt x="24498" y="20994"/>
                </a:cubicBezTo>
                <a:cubicBezTo>
                  <a:pt x="24800" y="20994"/>
                  <a:pt x="25111" y="20959"/>
                  <a:pt x="25427" y="20887"/>
                </a:cubicBezTo>
                <a:cubicBezTo>
                  <a:pt x="25489" y="20872"/>
                  <a:pt x="25550" y="20857"/>
                  <a:pt x="25612" y="20840"/>
                </a:cubicBezTo>
                <a:cubicBezTo>
                  <a:pt x="25969" y="20942"/>
                  <a:pt x="26342" y="20995"/>
                  <a:pt x="26727" y="20995"/>
                </a:cubicBezTo>
                <a:cubicBezTo>
                  <a:pt x="27068" y="20995"/>
                  <a:pt x="27420" y="20955"/>
                  <a:pt x="27780" y="20872"/>
                </a:cubicBezTo>
                <a:cubicBezTo>
                  <a:pt x="28531" y="20701"/>
                  <a:pt x="29302" y="20353"/>
                  <a:pt x="30063" y="19846"/>
                </a:cubicBezTo>
                <a:lnTo>
                  <a:pt x="30063" y="54153"/>
                </a:lnTo>
                <a:lnTo>
                  <a:pt x="28830" y="54153"/>
                </a:lnTo>
                <a:cubicBezTo>
                  <a:pt x="28432" y="54153"/>
                  <a:pt x="28111" y="54451"/>
                  <a:pt x="28111" y="54819"/>
                </a:cubicBezTo>
                <a:lnTo>
                  <a:pt x="28111" y="71289"/>
                </a:lnTo>
                <a:cubicBezTo>
                  <a:pt x="28111" y="71657"/>
                  <a:pt x="28432" y="71956"/>
                  <a:pt x="28830" y="71956"/>
                </a:cubicBezTo>
                <a:lnTo>
                  <a:pt x="32514" y="71956"/>
                </a:lnTo>
                <a:cubicBezTo>
                  <a:pt x="32911" y="71956"/>
                  <a:pt x="33234" y="71657"/>
                  <a:pt x="33234" y="71289"/>
                </a:cubicBezTo>
                <a:lnTo>
                  <a:pt x="33234" y="54819"/>
                </a:lnTo>
                <a:cubicBezTo>
                  <a:pt x="33234" y="54451"/>
                  <a:pt x="32911" y="54153"/>
                  <a:pt x="32514" y="54153"/>
                </a:cubicBezTo>
                <a:lnTo>
                  <a:pt x="31280" y="54153"/>
                </a:lnTo>
                <a:lnTo>
                  <a:pt x="31280" y="18891"/>
                </a:lnTo>
                <a:cubicBezTo>
                  <a:pt x="34159" y="16286"/>
                  <a:pt x="36688" y="11427"/>
                  <a:pt x="37293" y="5260"/>
                </a:cubicBezTo>
                <a:lnTo>
                  <a:pt x="37394" y="5218"/>
                </a:lnTo>
                <a:lnTo>
                  <a:pt x="39083" y="5218"/>
                </a:lnTo>
                <a:cubicBezTo>
                  <a:pt x="39265" y="5218"/>
                  <a:pt x="39412" y="5071"/>
                  <a:pt x="39412" y="4890"/>
                </a:cubicBezTo>
                <a:lnTo>
                  <a:pt x="39412" y="4448"/>
                </a:lnTo>
                <a:cubicBezTo>
                  <a:pt x="39412" y="4267"/>
                  <a:pt x="39265" y="4120"/>
                  <a:pt x="39084" y="4120"/>
                </a:cubicBezTo>
                <a:lnTo>
                  <a:pt x="37585" y="4120"/>
                </a:lnTo>
                <a:lnTo>
                  <a:pt x="37585" y="3325"/>
                </a:lnTo>
                <a:lnTo>
                  <a:pt x="38531" y="3325"/>
                </a:lnTo>
                <a:cubicBezTo>
                  <a:pt x="38531" y="2719"/>
                  <a:pt x="38040" y="2229"/>
                  <a:pt x="37435" y="2229"/>
                </a:cubicBezTo>
                <a:cubicBezTo>
                  <a:pt x="36831" y="2229"/>
                  <a:pt x="36340" y="2720"/>
                  <a:pt x="36340" y="3325"/>
                </a:cubicBezTo>
                <a:lnTo>
                  <a:pt x="37286" y="3325"/>
                </a:lnTo>
                <a:lnTo>
                  <a:pt x="37286" y="4120"/>
                </a:lnTo>
                <a:lnTo>
                  <a:pt x="34728" y="4120"/>
                </a:lnTo>
                <a:lnTo>
                  <a:pt x="34728" y="3325"/>
                </a:lnTo>
                <a:lnTo>
                  <a:pt x="35674" y="3325"/>
                </a:lnTo>
                <a:cubicBezTo>
                  <a:pt x="35674" y="2719"/>
                  <a:pt x="35184" y="2229"/>
                  <a:pt x="34579" y="2229"/>
                </a:cubicBezTo>
                <a:cubicBezTo>
                  <a:pt x="33973" y="2229"/>
                  <a:pt x="33482" y="2720"/>
                  <a:pt x="33482" y="3325"/>
                </a:cubicBezTo>
                <a:lnTo>
                  <a:pt x="34429" y="3325"/>
                </a:lnTo>
                <a:lnTo>
                  <a:pt x="34429" y="4120"/>
                </a:lnTo>
                <a:lnTo>
                  <a:pt x="31282" y="4120"/>
                </a:lnTo>
                <a:lnTo>
                  <a:pt x="31282" y="364"/>
                </a:lnTo>
                <a:cubicBezTo>
                  <a:pt x="31282" y="164"/>
                  <a:pt x="31118" y="1"/>
                  <a:pt x="30918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2"/>
              </a:solidFill>
            </a:endParaRPr>
          </a:p>
        </p:txBody>
      </p:sp>
      <p:grpSp>
        <p:nvGrpSpPr>
          <p:cNvPr id="483" name="Google Shape;483;p24"/>
          <p:cNvGrpSpPr/>
          <p:nvPr/>
        </p:nvGrpSpPr>
        <p:grpSpPr>
          <a:xfrm>
            <a:off x="471725" y="298000"/>
            <a:ext cx="241500" cy="241500"/>
            <a:chOff x="-1752450" y="4362450"/>
            <a:chExt cx="241500" cy="241500"/>
          </a:xfrm>
        </p:grpSpPr>
        <p:sp>
          <p:nvSpPr>
            <p:cNvPr id="484" name="Google Shape;484;p24"/>
            <p:cNvSpPr/>
            <p:nvPr/>
          </p:nvSpPr>
          <p:spPr>
            <a:xfrm>
              <a:off x="-1752450" y="4362450"/>
              <a:ext cx="114300" cy="2415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" name="Google Shape;485;p24"/>
            <p:cNvSpPr/>
            <p:nvPr/>
          </p:nvSpPr>
          <p:spPr>
            <a:xfrm rot="5400000">
              <a:off x="-1688850" y="4298850"/>
              <a:ext cx="114300" cy="2415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86" name="Google Shape;486;p24"/>
          <p:cNvGrpSpPr/>
          <p:nvPr/>
        </p:nvGrpSpPr>
        <p:grpSpPr>
          <a:xfrm flipH="1">
            <a:off x="7687825" y="298000"/>
            <a:ext cx="742950" cy="76200"/>
            <a:chOff x="2647950" y="4676775"/>
            <a:chExt cx="742950" cy="76200"/>
          </a:xfrm>
        </p:grpSpPr>
        <p:sp>
          <p:nvSpPr>
            <p:cNvPr id="487" name="Google Shape;487;p24"/>
            <p:cNvSpPr/>
            <p:nvPr/>
          </p:nvSpPr>
          <p:spPr>
            <a:xfrm>
              <a:off x="2647950" y="4676775"/>
              <a:ext cx="76200" cy="762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" name="Google Shape;488;p24"/>
            <p:cNvSpPr/>
            <p:nvPr/>
          </p:nvSpPr>
          <p:spPr>
            <a:xfrm>
              <a:off x="2870200" y="4676775"/>
              <a:ext cx="76200" cy="762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" name="Google Shape;489;p24"/>
            <p:cNvSpPr/>
            <p:nvPr/>
          </p:nvSpPr>
          <p:spPr>
            <a:xfrm>
              <a:off x="3092450" y="4676775"/>
              <a:ext cx="76200" cy="762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" name="Google Shape;490;p24"/>
            <p:cNvSpPr/>
            <p:nvPr/>
          </p:nvSpPr>
          <p:spPr>
            <a:xfrm>
              <a:off x="3314700" y="4676775"/>
              <a:ext cx="76200" cy="762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2" name="Google Shape;492;p25"/>
          <p:cNvGrpSpPr/>
          <p:nvPr/>
        </p:nvGrpSpPr>
        <p:grpSpPr>
          <a:xfrm flipH="1">
            <a:off x="8430775" y="298000"/>
            <a:ext cx="241500" cy="241500"/>
            <a:chOff x="-1752450" y="4362450"/>
            <a:chExt cx="241500" cy="241500"/>
          </a:xfrm>
        </p:grpSpPr>
        <p:sp>
          <p:nvSpPr>
            <p:cNvPr id="493" name="Google Shape;493;p25"/>
            <p:cNvSpPr/>
            <p:nvPr/>
          </p:nvSpPr>
          <p:spPr>
            <a:xfrm>
              <a:off x="-1752450" y="4362450"/>
              <a:ext cx="114300" cy="2415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" name="Google Shape;494;p25"/>
            <p:cNvSpPr/>
            <p:nvPr/>
          </p:nvSpPr>
          <p:spPr>
            <a:xfrm rot="5400000">
              <a:off x="-1688850" y="4298850"/>
              <a:ext cx="114300" cy="2415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95" name="Google Shape;495;p25"/>
          <p:cNvGrpSpPr/>
          <p:nvPr/>
        </p:nvGrpSpPr>
        <p:grpSpPr>
          <a:xfrm>
            <a:off x="713225" y="4803325"/>
            <a:ext cx="742950" cy="76200"/>
            <a:chOff x="2647950" y="4676775"/>
            <a:chExt cx="742950" cy="76200"/>
          </a:xfrm>
        </p:grpSpPr>
        <p:sp>
          <p:nvSpPr>
            <p:cNvPr id="496" name="Google Shape;496;p25"/>
            <p:cNvSpPr/>
            <p:nvPr/>
          </p:nvSpPr>
          <p:spPr>
            <a:xfrm>
              <a:off x="2647950" y="4676775"/>
              <a:ext cx="76200" cy="762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" name="Google Shape;497;p25"/>
            <p:cNvSpPr/>
            <p:nvPr/>
          </p:nvSpPr>
          <p:spPr>
            <a:xfrm>
              <a:off x="2870200" y="4676775"/>
              <a:ext cx="76200" cy="762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" name="Google Shape;498;p25"/>
            <p:cNvSpPr/>
            <p:nvPr/>
          </p:nvSpPr>
          <p:spPr>
            <a:xfrm>
              <a:off x="3092450" y="4676775"/>
              <a:ext cx="76200" cy="762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" name="Google Shape;499;p25"/>
            <p:cNvSpPr/>
            <p:nvPr/>
          </p:nvSpPr>
          <p:spPr>
            <a:xfrm>
              <a:off x="3314700" y="4676775"/>
              <a:ext cx="76200" cy="762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00" name="Google Shape;500;p25"/>
          <p:cNvGrpSpPr/>
          <p:nvPr/>
        </p:nvGrpSpPr>
        <p:grpSpPr>
          <a:xfrm flipH="1">
            <a:off x="5576898" y="1604199"/>
            <a:ext cx="3095380" cy="3539601"/>
            <a:chOff x="123998" y="1604199"/>
            <a:chExt cx="3095380" cy="3539601"/>
          </a:xfrm>
        </p:grpSpPr>
        <p:grpSp>
          <p:nvGrpSpPr>
            <p:cNvPr id="501" name="Google Shape;501;p25"/>
            <p:cNvGrpSpPr/>
            <p:nvPr/>
          </p:nvGrpSpPr>
          <p:grpSpPr>
            <a:xfrm>
              <a:off x="123998" y="1604199"/>
              <a:ext cx="1665589" cy="3538917"/>
              <a:chOff x="3733925" y="3400424"/>
              <a:chExt cx="1079728" cy="2294274"/>
            </a:xfrm>
          </p:grpSpPr>
          <p:sp>
            <p:nvSpPr>
              <p:cNvPr id="502" name="Google Shape;502;p25"/>
              <p:cNvSpPr/>
              <p:nvPr/>
            </p:nvSpPr>
            <p:spPr>
              <a:xfrm>
                <a:off x="3733925" y="3445303"/>
                <a:ext cx="1079728" cy="42375"/>
              </a:xfrm>
              <a:custGeom>
                <a:avLst/>
                <a:gdLst/>
                <a:ahLst/>
                <a:cxnLst/>
                <a:rect l="l" t="t" r="r" b="b"/>
                <a:pathLst>
                  <a:path w="24563" h="964" extrusionOk="0">
                    <a:moveTo>
                      <a:pt x="1" y="1"/>
                    </a:moveTo>
                    <a:lnTo>
                      <a:pt x="1" y="964"/>
                    </a:lnTo>
                    <a:lnTo>
                      <a:pt x="24562" y="964"/>
                    </a:lnTo>
                    <a:lnTo>
                      <a:pt x="24562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3" name="Google Shape;503;p25"/>
              <p:cNvSpPr/>
              <p:nvPr/>
            </p:nvSpPr>
            <p:spPr>
              <a:xfrm>
                <a:off x="4252166" y="3400424"/>
                <a:ext cx="43254" cy="2294274"/>
              </a:xfrm>
              <a:custGeom>
                <a:avLst/>
                <a:gdLst/>
                <a:ahLst/>
                <a:cxnLst/>
                <a:rect l="l" t="t" r="r" b="b"/>
                <a:pathLst>
                  <a:path w="984" h="52193" extrusionOk="0">
                    <a:moveTo>
                      <a:pt x="0" y="1"/>
                    </a:moveTo>
                    <a:lnTo>
                      <a:pt x="0" y="52193"/>
                    </a:lnTo>
                    <a:lnTo>
                      <a:pt x="983" y="52193"/>
                    </a:lnTo>
                    <a:lnTo>
                      <a:pt x="983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4" name="Google Shape;504;p25"/>
              <p:cNvSpPr/>
              <p:nvPr/>
            </p:nvSpPr>
            <p:spPr>
              <a:xfrm>
                <a:off x="3761178" y="3401523"/>
                <a:ext cx="83036" cy="80047"/>
              </a:xfrm>
              <a:custGeom>
                <a:avLst/>
                <a:gdLst/>
                <a:ahLst/>
                <a:cxnLst/>
                <a:rect l="l" t="t" r="r" b="b"/>
                <a:pathLst>
                  <a:path w="1889" h="1821" extrusionOk="0">
                    <a:moveTo>
                      <a:pt x="945" y="1"/>
                    </a:moveTo>
                    <a:cubicBezTo>
                      <a:pt x="473" y="1"/>
                      <a:pt x="1" y="304"/>
                      <a:pt x="10" y="911"/>
                    </a:cubicBezTo>
                    <a:cubicBezTo>
                      <a:pt x="1" y="1517"/>
                      <a:pt x="473" y="1820"/>
                      <a:pt x="945" y="1820"/>
                    </a:cubicBezTo>
                    <a:cubicBezTo>
                      <a:pt x="1416" y="1820"/>
                      <a:pt x="1888" y="1517"/>
                      <a:pt x="1879" y="911"/>
                    </a:cubicBezTo>
                    <a:cubicBezTo>
                      <a:pt x="1888" y="304"/>
                      <a:pt x="1416" y="1"/>
                      <a:pt x="94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5" name="Google Shape;505;p25"/>
              <p:cNvSpPr/>
              <p:nvPr/>
            </p:nvSpPr>
            <p:spPr>
              <a:xfrm>
                <a:off x="4703374" y="3401523"/>
                <a:ext cx="82992" cy="80047"/>
              </a:xfrm>
              <a:custGeom>
                <a:avLst/>
                <a:gdLst/>
                <a:ahLst/>
                <a:cxnLst/>
                <a:rect l="l" t="t" r="r" b="b"/>
                <a:pathLst>
                  <a:path w="1888" h="1821" extrusionOk="0">
                    <a:moveTo>
                      <a:pt x="944" y="1"/>
                    </a:moveTo>
                    <a:cubicBezTo>
                      <a:pt x="472" y="1"/>
                      <a:pt x="0" y="304"/>
                      <a:pt x="9" y="911"/>
                    </a:cubicBezTo>
                    <a:cubicBezTo>
                      <a:pt x="0" y="1517"/>
                      <a:pt x="472" y="1820"/>
                      <a:pt x="944" y="1820"/>
                    </a:cubicBezTo>
                    <a:cubicBezTo>
                      <a:pt x="1416" y="1820"/>
                      <a:pt x="1887" y="1517"/>
                      <a:pt x="1878" y="911"/>
                    </a:cubicBezTo>
                    <a:cubicBezTo>
                      <a:pt x="1887" y="304"/>
                      <a:pt x="1416" y="1"/>
                      <a:pt x="94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06" name="Google Shape;506;p25"/>
            <p:cNvGrpSpPr/>
            <p:nvPr/>
          </p:nvGrpSpPr>
          <p:grpSpPr>
            <a:xfrm>
              <a:off x="1415091" y="2586831"/>
              <a:ext cx="1203249" cy="2556968"/>
              <a:chOff x="3733925" y="3400424"/>
              <a:chExt cx="1079728" cy="2294274"/>
            </a:xfrm>
          </p:grpSpPr>
          <p:sp>
            <p:nvSpPr>
              <p:cNvPr id="507" name="Google Shape;507;p25"/>
              <p:cNvSpPr/>
              <p:nvPr/>
            </p:nvSpPr>
            <p:spPr>
              <a:xfrm>
                <a:off x="3733925" y="3445303"/>
                <a:ext cx="1079728" cy="42375"/>
              </a:xfrm>
              <a:custGeom>
                <a:avLst/>
                <a:gdLst/>
                <a:ahLst/>
                <a:cxnLst/>
                <a:rect l="l" t="t" r="r" b="b"/>
                <a:pathLst>
                  <a:path w="24563" h="964" extrusionOk="0">
                    <a:moveTo>
                      <a:pt x="1" y="1"/>
                    </a:moveTo>
                    <a:lnTo>
                      <a:pt x="1" y="964"/>
                    </a:lnTo>
                    <a:lnTo>
                      <a:pt x="24562" y="964"/>
                    </a:lnTo>
                    <a:lnTo>
                      <a:pt x="24562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8" name="Google Shape;508;p25"/>
              <p:cNvSpPr/>
              <p:nvPr/>
            </p:nvSpPr>
            <p:spPr>
              <a:xfrm>
                <a:off x="4252166" y="3400424"/>
                <a:ext cx="43254" cy="2294274"/>
              </a:xfrm>
              <a:custGeom>
                <a:avLst/>
                <a:gdLst/>
                <a:ahLst/>
                <a:cxnLst/>
                <a:rect l="l" t="t" r="r" b="b"/>
                <a:pathLst>
                  <a:path w="984" h="52193" extrusionOk="0">
                    <a:moveTo>
                      <a:pt x="0" y="1"/>
                    </a:moveTo>
                    <a:lnTo>
                      <a:pt x="0" y="52193"/>
                    </a:lnTo>
                    <a:lnTo>
                      <a:pt x="983" y="52193"/>
                    </a:lnTo>
                    <a:lnTo>
                      <a:pt x="983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9" name="Google Shape;509;p25"/>
              <p:cNvSpPr/>
              <p:nvPr/>
            </p:nvSpPr>
            <p:spPr>
              <a:xfrm>
                <a:off x="3761178" y="3401523"/>
                <a:ext cx="83036" cy="80047"/>
              </a:xfrm>
              <a:custGeom>
                <a:avLst/>
                <a:gdLst/>
                <a:ahLst/>
                <a:cxnLst/>
                <a:rect l="l" t="t" r="r" b="b"/>
                <a:pathLst>
                  <a:path w="1889" h="1821" extrusionOk="0">
                    <a:moveTo>
                      <a:pt x="945" y="1"/>
                    </a:moveTo>
                    <a:cubicBezTo>
                      <a:pt x="473" y="1"/>
                      <a:pt x="1" y="304"/>
                      <a:pt x="10" y="911"/>
                    </a:cubicBezTo>
                    <a:cubicBezTo>
                      <a:pt x="1" y="1517"/>
                      <a:pt x="473" y="1820"/>
                      <a:pt x="945" y="1820"/>
                    </a:cubicBezTo>
                    <a:cubicBezTo>
                      <a:pt x="1416" y="1820"/>
                      <a:pt x="1888" y="1517"/>
                      <a:pt x="1879" y="911"/>
                    </a:cubicBezTo>
                    <a:cubicBezTo>
                      <a:pt x="1888" y="304"/>
                      <a:pt x="1416" y="1"/>
                      <a:pt x="94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0" name="Google Shape;510;p25"/>
              <p:cNvSpPr/>
              <p:nvPr/>
            </p:nvSpPr>
            <p:spPr>
              <a:xfrm>
                <a:off x="4703374" y="3401523"/>
                <a:ext cx="82992" cy="80047"/>
              </a:xfrm>
              <a:custGeom>
                <a:avLst/>
                <a:gdLst/>
                <a:ahLst/>
                <a:cxnLst/>
                <a:rect l="l" t="t" r="r" b="b"/>
                <a:pathLst>
                  <a:path w="1888" h="1821" extrusionOk="0">
                    <a:moveTo>
                      <a:pt x="944" y="1"/>
                    </a:moveTo>
                    <a:cubicBezTo>
                      <a:pt x="472" y="1"/>
                      <a:pt x="0" y="304"/>
                      <a:pt x="9" y="911"/>
                    </a:cubicBezTo>
                    <a:cubicBezTo>
                      <a:pt x="0" y="1517"/>
                      <a:pt x="472" y="1820"/>
                      <a:pt x="944" y="1820"/>
                    </a:cubicBezTo>
                    <a:cubicBezTo>
                      <a:pt x="1416" y="1820"/>
                      <a:pt x="1887" y="1517"/>
                      <a:pt x="1878" y="911"/>
                    </a:cubicBezTo>
                    <a:cubicBezTo>
                      <a:pt x="1887" y="304"/>
                      <a:pt x="1416" y="1"/>
                      <a:pt x="94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511" name="Google Shape;511;p25"/>
            <p:cNvSpPr/>
            <p:nvPr/>
          </p:nvSpPr>
          <p:spPr>
            <a:xfrm>
              <a:off x="233272" y="1668407"/>
              <a:ext cx="1212175" cy="965991"/>
            </a:xfrm>
            <a:custGeom>
              <a:avLst/>
              <a:gdLst/>
              <a:ahLst/>
              <a:cxnLst/>
              <a:rect l="l" t="t" r="r" b="b"/>
              <a:pathLst>
                <a:path w="31432" h="25050" extrusionOk="0">
                  <a:moveTo>
                    <a:pt x="0" y="0"/>
                  </a:moveTo>
                  <a:cubicBezTo>
                    <a:pt x="8720" y="10171"/>
                    <a:pt x="18137" y="23393"/>
                    <a:pt x="31432" y="25050"/>
                  </a:cubicBez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12" name="Google Shape;512;p25"/>
            <p:cNvSpPr/>
            <p:nvPr/>
          </p:nvSpPr>
          <p:spPr>
            <a:xfrm>
              <a:off x="218575" y="1657375"/>
              <a:ext cx="2342385" cy="966016"/>
            </a:xfrm>
            <a:custGeom>
              <a:avLst/>
              <a:gdLst/>
              <a:ahLst/>
              <a:cxnLst/>
              <a:rect l="l" t="t" r="r" b="b"/>
              <a:pathLst>
                <a:path w="58769" h="24670" extrusionOk="0">
                  <a:moveTo>
                    <a:pt x="0" y="0"/>
                  </a:moveTo>
                  <a:cubicBezTo>
                    <a:pt x="16766" y="13049"/>
                    <a:pt x="39766" y="15169"/>
                    <a:pt x="58769" y="24670"/>
                  </a:cubicBez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13" name="Google Shape;513;p25"/>
            <p:cNvSpPr/>
            <p:nvPr/>
          </p:nvSpPr>
          <p:spPr>
            <a:xfrm>
              <a:off x="1489480" y="1661050"/>
              <a:ext cx="203630" cy="966016"/>
            </a:xfrm>
            <a:custGeom>
              <a:avLst/>
              <a:gdLst/>
              <a:ahLst/>
              <a:cxnLst/>
              <a:rect l="l" t="t" r="r" b="b"/>
              <a:pathLst>
                <a:path w="7184" h="24670" extrusionOk="0">
                  <a:moveTo>
                    <a:pt x="7049" y="0"/>
                  </a:moveTo>
                  <a:cubicBezTo>
                    <a:pt x="7897" y="8510"/>
                    <a:pt x="3825" y="17020"/>
                    <a:pt x="0" y="24670"/>
                  </a:cubicBez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14" name="Google Shape;514;p25"/>
            <p:cNvSpPr/>
            <p:nvPr/>
          </p:nvSpPr>
          <p:spPr>
            <a:xfrm>
              <a:off x="1702600" y="1719800"/>
              <a:ext cx="858354" cy="914591"/>
            </a:xfrm>
            <a:custGeom>
              <a:avLst/>
              <a:gdLst/>
              <a:ahLst/>
              <a:cxnLst/>
              <a:rect l="l" t="t" r="r" b="b"/>
              <a:pathLst>
                <a:path w="20193" h="23241" extrusionOk="0">
                  <a:moveTo>
                    <a:pt x="20193" y="23241"/>
                  </a:moveTo>
                  <a:cubicBezTo>
                    <a:pt x="15103" y="14330"/>
                    <a:pt x="3239" y="9738"/>
                    <a:pt x="0" y="0"/>
                  </a:cubicBez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grpSp>
          <p:nvGrpSpPr>
            <p:cNvPr id="515" name="Google Shape;515;p25"/>
            <p:cNvGrpSpPr/>
            <p:nvPr/>
          </p:nvGrpSpPr>
          <p:grpSpPr>
            <a:xfrm>
              <a:off x="2243844" y="3070646"/>
              <a:ext cx="975534" cy="2073106"/>
              <a:chOff x="3733925" y="3400424"/>
              <a:chExt cx="1079728" cy="2294274"/>
            </a:xfrm>
          </p:grpSpPr>
          <p:sp>
            <p:nvSpPr>
              <p:cNvPr id="516" name="Google Shape;516;p25"/>
              <p:cNvSpPr/>
              <p:nvPr/>
            </p:nvSpPr>
            <p:spPr>
              <a:xfrm>
                <a:off x="3733925" y="3445303"/>
                <a:ext cx="1079728" cy="42375"/>
              </a:xfrm>
              <a:custGeom>
                <a:avLst/>
                <a:gdLst/>
                <a:ahLst/>
                <a:cxnLst/>
                <a:rect l="l" t="t" r="r" b="b"/>
                <a:pathLst>
                  <a:path w="24563" h="964" extrusionOk="0">
                    <a:moveTo>
                      <a:pt x="1" y="1"/>
                    </a:moveTo>
                    <a:lnTo>
                      <a:pt x="1" y="964"/>
                    </a:lnTo>
                    <a:lnTo>
                      <a:pt x="24562" y="964"/>
                    </a:lnTo>
                    <a:lnTo>
                      <a:pt x="24562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7" name="Google Shape;517;p25"/>
              <p:cNvSpPr/>
              <p:nvPr/>
            </p:nvSpPr>
            <p:spPr>
              <a:xfrm>
                <a:off x="4252166" y="3400424"/>
                <a:ext cx="43254" cy="2294274"/>
              </a:xfrm>
              <a:custGeom>
                <a:avLst/>
                <a:gdLst/>
                <a:ahLst/>
                <a:cxnLst/>
                <a:rect l="l" t="t" r="r" b="b"/>
                <a:pathLst>
                  <a:path w="984" h="52193" extrusionOk="0">
                    <a:moveTo>
                      <a:pt x="0" y="1"/>
                    </a:moveTo>
                    <a:lnTo>
                      <a:pt x="0" y="52193"/>
                    </a:lnTo>
                    <a:lnTo>
                      <a:pt x="983" y="52193"/>
                    </a:lnTo>
                    <a:lnTo>
                      <a:pt x="983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8" name="Google Shape;518;p25"/>
              <p:cNvSpPr/>
              <p:nvPr/>
            </p:nvSpPr>
            <p:spPr>
              <a:xfrm>
                <a:off x="3761178" y="3401523"/>
                <a:ext cx="83036" cy="80047"/>
              </a:xfrm>
              <a:custGeom>
                <a:avLst/>
                <a:gdLst/>
                <a:ahLst/>
                <a:cxnLst/>
                <a:rect l="l" t="t" r="r" b="b"/>
                <a:pathLst>
                  <a:path w="1889" h="1821" extrusionOk="0">
                    <a:moveTo>
                      <a:pt x="945" y="1"/>
                    </a:moveTo>
                    <a:cubicBezTo>
                      <a:pt x="473" y="1"/>
                      <a:pt x="1" y="304"/>
                      <a:pt x="10" y="911"/>
                    </a:cubicBezTo>
                    <a:cubicBezTo>
                      <a:pt x="1" y="1517"/>
                      <a:pt x="473" y="1820"/>
                      <a:pt x="945" y="1820"/>
                    </a:cubicBezTo>
                    <a:cubicBezTo>
                      <a:pt x="1416" y="1820"/>
                      <a:pt x="1888" y="1517"/>
                      <a:pt x="1879" y="911"/>
                    </a:cubicBezTo>
                    <a:cubicBezTo>
                      <a:pt x="1888" y="304"/>
                      <a:pt x="1416" y="1"/>
                      <a:pt x="94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9" name="Google Shape;519;p25"/>
              <p:cNvSpPr/>
              <p:nvPr/>
            </p:nvSpPr>
            <p:spPr>
              <a:xfrm>
                <a:off x="4703374" y="3401523"/>
                <a:ext cx="82992" cy="80047"/>
              </a:xfrm>
              <a:custGeom>
                <a:avLst/>
                <a:gdLst/>
                <a:ahLst/>
                <a:cxnLst/>
                <a:rect l="l" t="t" r="r" b="b"/>
                <a:pathLst>
                  <a:path w="1888" h="1821" extrusionOk="0">
                    <a:moveTo>
                      <a:pt x="944" y="1"/>
                    </a:moveTo>
                    <a:cubicBezTo>
                      <a:pt x="472" y="1"/>
                      <a:pt x="0" y="304"/>
                      <a:pt x="9" y="911"/>
                    </a:cubicBezTo>
                    <a:cubicBezTo>
                      <a:pt x="0" y="1517"/>
                      <a:pt x="472" y="1820"/>
                      <a:pt x="944" y="1820"/>
                    </a:cubicBezTo>
                    <a:cubicBezTo>
                      <a:pt x="1416" y="1820"/>
                      <a:pt x="1887" y="1517"/>
                      <a:pt x="1878" y="911"/>
                    </a:cubicBezTo>
                    <a:cubicBezTo>
                      <a:pt x="1887" y="304"/>
                      <a:pt x="1416" y="1"/>
                      <a:pt x="94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520" name="Google Shape;520;p25"/>
            <p:cNvSpPr/>
            <p:nvPr/>
          </p:nvSpPr>
          <p:spPr>
            <a:xfrm>
              <a:off x="1483525" y="2631275"/>
              <a:ext cx="804850" cy="459600"/>
            </a:xfrm>
            <a:custGeom>
              <a:avLst/>
              <a:gdLst/>
              <a:ahLst/>
              <a:cxnLst/>
              <a:rect l="l" t="t" r="r" b="b"/>
              <a:pathLst>
                <a:path w="32194" h="18384" extrusionOk="0">
                  <a:moveTo>
                    <a:pt x="0" y="0"/>
                  </a:moveTo>
                  <a:cubicBezTo>
                    <a:pt x="7086" y="10124"/>
                    <a:pt x="19933" y="16839"/>
                    <a:pt x="32194" y="18384"/>
                  </a:cubicBez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21" name="Google Shape;521;p25"/>
            <p:cNvSpPr/>
            <p:nvPr/>
          </p:nvSpPr>
          <p:spPr>
            <a:xfrm>
              <a:off x="1476375" y="2631275"/>
              <a:ext cx="1695450" cy="473875"/>
            </a:xfrm>
            <a:custGeom>
              <a:avLst/>
              <a:gdLst/>
              <a:ahLst/>
              <a:cxnLst/>
              <a:rect l="l" t="t" r="r" b="b"/>
              <a:pathLst>
                <a:path w="67818" h="18955" extrusionOk="0">
                  <a:moveTo>
                    <a:pt x="0" y="0"/>
                  </a:moveTo>
                  <a:cubicBezTo>
                    <a:pt x="17915" y="15166"/>
                    <a:pt x="48712" y="5320"/>
                    <a:pt x="67818" y="18955"/>
                  </a:cubicBez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22" name="Google Shape;522;p25"/>
            <p:cNvSpPr/>
            <p:nvPr/>
          </p:nvSpPr>
          <p:spPr>
            <a:xfrm>
              <a:off x="2297288" y="2631275"/>
              <a:ext cx="257779" cy="473875"/>
            </a:xfrm>
            <a:custGeom>
              <a:avLst/>
              <a:gdLst/>
              <a:ahLst/>
              <a:cxnLst/>
              <a:rect l="l" t="t" r="r" b="b"/>
              <a:pathLst>
                <a:path w="8953" h="18955" extrusionOk="0">
                  <a:moveTo>
                    <a:pt x="8953" y="0"/>
                  </a:moveTo>
                  <a:cubicBezTo>
                    <a:pt x="4589" y="5458"/>
                    <a:pt x="864" y="12021"/>
                    <a:pt x="0" y="18955"/>
                  </a:cubicBez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23" name="Google Shape;523;p25"/>
            <p:cNvSpPr/>
            <p:nvPr/>
          </p:nvSpPr>
          <p:spPr>
            <a:xfrm>
              <a:off x="2521750" y="2636050"/>
              <a:ext cx="642925" cy="457200"/>
            </a:xfrm>
            <a:custGeom>
              <a:avLst/>
              <a:gdLst/>
              <a:ahLst/>
              <a:cxnLst/>
              <a:rect l="l" t="t" r="r" b="b"/>
              <a:pathLst>
                <a:path w="25717" h="18288" extrusionOk="0">
                  <a:moveTo>
                    <a:pt x="0" y="0"/>
                  </a:moveTo>
                  <a:cubicBezTo>
                    <a:pt x="6573" y="8212"/>
                    <a:pt x="17159" y="12172"/>
                    <a:pt x="25717" y="18288"/>
                  </a:cubicBez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5" name="Google Shape;525;p26"/>
          <p:cNvGrpSpPr/>
          <p:nvPr/>
        </p:nvGrpSpPr>
        <p:grpSpPr>
          <a:xfrm flipH="1">
            <a:off x="8430775" y="298000"/>
            <a:ext cx="241500" cy="241500"/>
            <a:chOff x="-1752450" y="4362450"/>
            <a:chExt cx="241500" cy="241500"/>
          </a:xfrm>
        </p:grpSpPr>
        <p:sp>
          <p:nvSpPr>
            <p:cNvPr id="526" name="Google Shape;526;p26"/>
            <p:cNvSpPr/>
            <p:nvPr/>
          </p:nvSpPr>
          <p:spPr>
            <a:xfrm>
              <a:off x="-1752450" y="4362450"/>
              <a:ext cx="114300" cy="2415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" name="Google Shape;527;p26"/>
            <p:cNvSpPr/>
            <p:nvPr/>
          </p:nvSpPr>
          <p:spPr>
            <a:xfrm rot="5400000">
              <a:off x="-1688850" y="4298850"/>
              <a:ext cx="114300" cy="2415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28" name="Google Shape;528;p26"/>
          <p:cNvGrpSpPr/>
          <p:nvPr/>
        </p:nvGrpSpPr>
        <p:grpSpPr>
          <a:xfrm>
            <a:off x="4200525" y="4676775"/>
            <a:ext cx="742950" cy="76200"/>
            <a:chOff x="2647950" y="4676775"/>
            <a:chExt cx="742950" cy="76200"/>
          </a:xfrm>
        </p:grpSpPr>
        <p:sp>
          <p:nvSpPr>
            <p:cNvPr id="529" name="Google Shape;529;p26"/>
            <p:cNvSpPr/>
            <p:nvPr/>
          </p:nvSpPr>
          <p:spPr>
            <a:xfrm>
              <a:off x="2647950" y="4676775"/>
              <a:ext cx="76200" cy="762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" name="Google Shape;530;p26"/>
            <p:cNvSpPr/>
            <p:nvPr/>
          </p:nvSpPr>
          <p:spPr>
            <a:xfrm>
              <a:off x="2870200" y="4676775"/>
              <a:ext cx="76200" cy="762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" name="Google Shape;531;p26"/>
            <p:cNvSpPr/>
            <p:nvPr/>
          </p:nvSpPr>
          <p:spPr>
            <a:xfrm>
              <a:off x="3092450" y="4676775"/>
              <a:ext cx="76200" cy="762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" name="Google Shape;532;p26"/>
            <p:cNvSpPr/>
            <p:nvPr/>
          </p:nvSpPr>
          <p:spPr>
            <a:xfrm>
              <a:off x="3314700" y="4676775"/>
              <a:ext cx="76200" cy="762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33" name="Google Shape;533;p26"/>
          <p:cNvSpPr/>
          <p:nvPr/>
        </p:nvSpPr>
        <p:spPr>
          <a:xfrm>
            <a:off x="-591375" y="2373325"/>
            <a:ext cx="810550" cy="1540725"/>
          </a:xfrm>
          <a:custGeom>
            <a:avLst/>
            <a:gdLst/>
            <a:ahLst/>
            <a:cxnLst/>
            <a:rect l="l" t="t" r="r" b="b"/>
            <a:pathLst>
              <a:path w="32422" h="61629" extrusionOk="0">
                <a:moveTo>
                  <a:pt x="0" y="0"/>
                </a:moveTo>
                <a:cubicBezTo>
                  <a:pt x="9403" y="1908"/>
                  <a:pt x="23734" y="1481"/>
                  <a:pt x="26768" y="10583"/>
                </a:cubicBezTo>
                <a:cubicBezTo>
                  <a:pt x="28742" y="16505"/>
                  <a:pt x="26752" y="16863"/>
                  <a:pt x="27701" y="23033"/>
                </a:cubicBezTo>
                <a:cubicBezTo>
                  <a:pt x="28809" y="30233"/>
                  <a:pt x="34237" y="37664"/>
                  <a:pt x="31748" y="44510"/>
                </a:cubicBezTo>
                <a:cubicBezTo>
                  <a:pt x="28990" y="52094"/>
                  <a:pt x="21194" y="56936"/>
                  <a:pt x="14629" y="61629"/>
                </a:cubicBezTo>
              </a:path>
            </a:pathLst>
          </a:cu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534" name="Google Shape;534;p26"/>
          <p:cNvSpPr/>
          <p:nvPr/>
        </p:nvSpPr>
        <p:spPr>
          <a:xfrm>
            <a:off x="-319025" y="1992025"/>
            <a:ext cx="659750" cy="2521175"/>
          </a:xfrm>
          <a:custGeom>
            <a:avLst/>
            <a:gdLst/>
            <a:ahLst/>
            <a:cxnLst/>
            <a:rect l="l" t="t" r="r" b="b"/>
            <a:pathLst>
              <a:path w="26390" h="100847" extrusionOk="0">
                <a:moveTo>
                  <a:pt x="0" y="0"/>
                </a:moveTo>
                <a:cubicBezTo>
                  <a:pt x="5152" y="1057"/>
                  <a:pt x="11115" y="798"/>
                  <a:pt x="15251" y="4047"/>
                </a:cubicBezTo>
                <a:cubicBezTo>
                  <a:pt x="21202" y="8723"/>
                  <a:pt x="24901" y="16502"/>
                  <a:pt x="26145" y="23967"/>
                </a:cubicBezTo>
                <a:cubicBezTo>
                  <a:pt x="28103" y="35718"/>
                  <a:pt x="14006" y="45669"/>
                  <a:pt x="14006" y="57583"/>
                </a:cubicBezTo>
                <a:cubicBezTo>
                  <a:pt x="14006" y="63817"/>
                  <a:pt x="18804" y="69191"/>
                  <a:pt x="19920" y="75324"/>
                </a:cubicBezTo>
                <a:cubicBezTo>
                  <a:pt x="21675" y="84972"/>
                  <a:pt x="15097" y="100847"/>
                  <a:pt x="5291" y="100847"/>
                </a:cubicBezTo>
              </a:path>
            </a:pathLst>
          </a:cu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535" name="Google Shape;535;p26"/>
          <p:cNvSpPr/>
          <p:nvPr/>
        </p:nvSpPr>
        <p:spPr>
          <a:xfrm>
            <a:off x="6318500" y="-70025"/>
            <a:ext cx="1714300" cy="632625"/>
          </a:xfrm>
          <a:custGeom>
            <a:avLst/>
            <a:gdLst/>
            <a:ahLst/>
            <a:cxnLst/>
            <a:rect l="l" t="t" r="r" b="b"/>
            <a:pathLst>
              <a:path w="68572" h="25305" extrusionOk="0">
                <a:moveTo>
                  <a:pt x="0" y="0"/>
                </a:moveTo>
                <a:cubicBezTo>
                  <a:pt x="4623" y="11943"/>
                  <a:pt x="16756" y="27678"/>
                  <a:pt x="29258" y="24900"/>
                </a:cubicBezTo>
                <a:cubicBezTo>
                  <a:pt x="37321" y="23108"/>
                  <a:pt x="42443" y="14584"/>
                  <a:pt x="50112" y="11516"/>
                </a:cubicBezTo>
                <a:cubicBezTo>
                  <a:pt x="54976" y="9571"/>
                  <a:pt x="61053" y="11802"/>
                  <a:pt x="65675" y="9337"/>
                </a:cubicBezTo>
                <a:cubicBezTo>
                  <a:pt x="67904" y="8148"/>
                  <a:pt x="69293" y="4439"/>
                  <a:pt x="68165" y="2178"/>
                </a:cubicBezTo>
              </a:path>
            </a:pathLst>
          </a:cu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536" name="Google Shape;536;p26"/>
          <p:cNvSpPr/>
          <p:nvPr/>
        </p:nvSpPr>
        <p:spPr>
          <a:xfrm>
            <a:off x="7501250" y="4124150"/>
            <a:ext cx="1813075" cy="1027125"/>
          </a:xfrm>
          <a:custGeom>
            <a:avLst/>
            <a:gdLst/>
            <a:ahLst/>
            <a:cxnLst/>
            <a:rect l="l" t="t" r="r" b="b"/>
            <a:pathLst>
              <a:path w="72523" h="41085" extrusionOk="0">
                <a:moveTo>
                  <a:pt x="0" y="41085"/>
                </a:moveTo>
                <a:cubicBezTo>
                  <a:pt x="8093" y="34705"/>
                  <a:pt x="7708" y="34184"/>
                  <a:pt x="16186" y="28324"/>
                </a:cubicBezTo>
                <a:cubicBezTo>
                  <a:pt x="24312" y="22708"/>
                  <a:pt x="36435" y="25298"/>
                  <a:pt x="44510" y="19609"/>
                </a:cubicBezTo>
                <a:cubicBezTo>
                  <a:pt x="49506" y="16089"/>
                  <a:pt x="51577" y="9434"/>
                  <a:pt x="56338" y="5602"/>
                </a:cubicBezTo>
                <a:cubicBezTo>
                  <a:pt x="60785" y="2022"/>
                  <a:pt x="66814" y="0"/>
                  <a:pt x="72523" y="0"/>
                </a:cubicBezTo>
              </a:path>
            </a:pathLst>
          </a:cu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537" name="Google Shape;537;p26"/>
          <p:cNvSpPr/>
          <p:nvPr/>
        </p:nvSpPr>
        <p:spPr>
          <a:xfrm>
            <a:off x="8906932" y="3042525"/>
            <a:ext cx="555250" cy="1525150"/>
          </a:xfrm>
          <a:custGeom>
            <a:avLst/>
            <a:gdLst/>
            <a:ahLst/>
            <a:cxnLst/>
            <a:rect l="l" t="t" r="r" b="b"/>
            <a:pathLst>
              <a:path w="22210" h="61006" extrusionOk="0">
                <a:moveTo>
                  <a:pt x="20031" y="0"/>
                </a:moveTo>
                <a:cubicBezTo>
                  <a:pt x="8589" y="5724"/>
                  <a:pt x="-2089" y="20448"/>
                  <a:pt x="422" y="32993"/>
                </a:cubicBezTo>
                <a:cubicBezTo>
                  <a:pt x="2744" y="44592"/>
                  <a:pt x="13839" y="52648"/>
                  <a:pt x="22210" y="61006"/>
                </a:cubicBezTo>
              </a:path>
            </a:pathLst>
          </a:cu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538" name="Google Shape;538;p26"/>
          <p:cNvSpPr/>
          <p:nvPr/>
        </p:nvSpPr>
        <p:spPr>
          <a:xfrm>
            <a:off x="5797125" y="-31125"/>
            <a:ext cx="1377325" cy="644250"/>
          </a:xfrm>
          <a:custGeom>
            <a:avLst/>
            <a:gdLst/>
            <a:ahLst/>
            <a:cxnLst/>
            <a:rect l="l" t="t" r="r" b="b"/>
            <a:pathLst>
              <a:path w="55093" h="25770" extrusionOk="0">
                <a:moveTo>
                  <a:pt x="55093" y="311"/>
                </a:moveTo>
                <a:cubicBezTo>
                  <a:pt x="55093" y="6478"/>
                  <a:pt x="54218" y="13076"/>
                  <a:pt x="51046" y="18364"/>
                </a:cubicBezTo>
                <a:cubicBezTo>
                  <a:pt x="47963" y="23504"/>
                  <a:pt x="40462" y="26509"/>
                  <a:pt x="34550" y="25523"/>
                </a:cubicBezTo>
                <a:cubicBezTo>
                  <a:pt x="20427" y="23167"/>
                  <a:pt x="13585" y="4523"/>
                  <a:pt x="0" y="0"/>
                </a:cubicBezTo>
              </a:path>
            </a:pathLst>
          </a:cu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sp>
      <p:grpSp>
        <p:nvGrpSpPr>
          <p:cNvPr id="539" name="Google Shape;539;p26"/>
          <p:cNvGrpSpPr/>
          <p:nvPr/>
        </p:nvGrpSpPr>
        <p:grpSpPr>
          <a:xfrm>
            <a:off x="471725" y="298000"/>
            <a:ext cx="241500" cy="241500"/>
            <a:chOff x="-1752450" y="4362450"/>
            <a:chExt cx="241500" cy="241500"/>
          </a:xfrm>
        </p:grpSpPr>
        <p:sp>
          <p:nvSpPr>
            <p:cNvPr id="540" name="Google Shape;540;p26"/>
            <p:cNvSpPr/>
            <p:nvPr/>
          </p:nvSpPr>
          <p:spPr>
            <a:xfrm>
              <a:off x="-1752450" y="4362450"/>
              <a:ext cx="114300" cy="2415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" name="Google Shape;541;p26"/>
            <p:cNvSpPr/>
            <p:nvPr/>
          </p:nvSpPr>
          <p:spPr>
            <a:xfrm rot="5400000">
              <a:off x="-1688850" y="4298850"/>
              <a:ext cx="114300" cy="2415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>
  <p:cSld name="BLANK">
    <p:spTree>
      <p:nvGrpSpPr>
        <p:cNvPr id="1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CUSTOM">
    <p:spTree>
      <p:nvGrpSpPr>
        <p:cNvPr id="1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29"/>
          <p:cNvSpPr txBox="1">
            <a:spLocks noGrp="1"/>
          </p:cNvSpPr>
          <p:nvPr>
            <p:ph type="title"/>
          </p:nvPr>
        </p:nvSpPr>
        <p:spPr>
          <a:xfrm>
            <a:off x="716700" y="511025"/>
            <a:ext cx="7710600" cy="48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dk2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dman"/>
              <a:buNone/>
              <a:defRPr sz="3200">
                <a:solidFill>
                  <a:schemeClr val="dk1"/>
                </a:solidFill>
                <a:latin typeface="Goldman"/>
                <a:ea typeface="Goldman"/>
                <a:cs typeface="Goldman"/>
                <a:sym typeface="Goldma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lexandria"/>
              <a:buNone/>
              <a:defRPr sz="3200">
                <a:solidFill>
                  <a:schemeClr val="dk1"/>
                </a:solidFill>
                <a:latin typeface="Alexandria"/>
                <a:ea typeface="Alexandria"/>
                <a:cs typeface="Alexandria"/>
                <a:sym typeface="Alexandria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lexandria"/>
              <a:buNone/>
              <a:defRPr sz="3200">
                <a:solidFill>
                  <a:schemeClr val="dk1"/>
                </a:solidFill>
                <a:latin typeface="Alexandria"/>
                <a:ea typeface="Alexandria"/>
                <a:cs typeface="Alexandria"/>
                <a:sym typeface="Alexandria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lexandria"/>
              <a:buNone/>
              <a:defRPr sz="3200">
                <a:solidFill>
                  <a:schemeClr val="dk1"/>
                </a:solidFill>
                <a:latin typeface="Alexandria"/>
                <a:ea typeface="Alexandria"/>
                <a:cs typeface="Alexandria"/>
                <a:sym typeface="Alexandria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lexandria"/>
              <a:buNone/>
              <a:defRPr sz="3200">
                <a:solidFill>
                  <a:schemeClr val="dk1"/>
                </a:solidFill>
                <a:latin typeface="Alexandria"/>
                <a:ea typeface="Alexandria"/>
                <a:cs typeface="Alexandria"/>
                <a:sym typeface="Alexandria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lexandria"/>
              <a:buNone/>
              <a:defRPr sz="3200">
                <a:solidFill>
                  <a:schemeClr val="dk1"/>
                </a:solidFill>
                <a:latin typeface="Alexandria"/>
                <a:ea typeface="Alexandria"/>
                <a:cs typeface="Alexandria"/>
                <a:sym typeface="Alexandria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lexandria"/>
              <a:buNone/>
              <a:defRPr sz="3200">
                <a:solidFill>
                  <a:schemeClr val="dk1"/>
                </a:solidFill>
                <a:latin typeface="Alexandria"/>
                <a:ea typeface="Alexandria"/>
                <a:cs typeface="Alexandria"/>
                <a:sym typeface="Alexandria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lexandria"/>
              <a:buNone/>
              <a:defRPr sz="3200">
                <a:solidFill>
                  <a:schemeClr val="dk1"/>
                </a:solidFill>
                <a:latin typeface="Alexandria"/>
                <a:ea typeface="Alexandria"/>
                <a:cs typeface="Alexandria"/>
                <a:sym typeface="Alexandria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lexandria"/>
              <a:buNone/>
              <a:defRPr sz="3200">
                <a:solidFill>
                  <a:schemeClr val="dk1"/>
                </a:solidFill>
                <a:latin typeface="Alexandria"/>
                <a:ea typeface="Alexandria"/>
                <a:cs typeface="Alexandria"/>
                <a:sym typeface="Alexandria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ulish"/>
              <a:buChar char="◇"/>
              <a:defRPr sz="12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ulish"/>
              <a:buChar char="○"/>
              <a:defRPr sz="12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ulish"/>
              <a:buChar char="■"/>
              <a:defRPr sz="12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ulish"/>
              <a:buChar char="●"/>
              <a:defRPr sz="12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ulish"/>
              <a:buChar char="○"/>
              <a:defRPr sz="12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ulish"/>
              <a:buChar char="■"/>
              <a:defRPr sz="12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ulish"/>
              <a:buChar char="●"/>
              <a:defRPr sz="12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ulish"/>
              <a:buChar char="○"/>
              <a:defRPr sz="12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ulish"/>
              <a:buChar char="■"/>
              <a:defRPr sz="12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rgbClr val="0E2A47"/>
        </a:solidFill>
        <a:effectLst/>
      </p:bgPr>
    </p:bg>
    <p:spTree>
      <p:nvGrpSpPr>
        <p:cNvPr id="1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p27"/>
          <p:cNvSpPr txBox="1">
            <a:spLocks noGrp="1"/>
          </p:cNvSpPr>
          <p:nvPr>
            <p:ph type="title"/>
          </p:nvPr>
        </p:nvSpPr>
        <p:spPr>
          <a:xfrm>
            <a:off x="1068100" y="933450"/>
            <a:ext cx="7047300" cy="48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sp>
        <p:nvSpPr>
          <p:cNvPr id="544" name="Google Shape;544;p27"/>
          <p:cNvSpPr txBox="1">
            <a:spLocks noGrp="1"/>
          </p:cNvSpPr>
          <p:nvPr>
            <p:ph type="body" idx="1"/>
          </p:nvPr>
        </p:nvSpPr>
        <p:spPr>
          <a:xfrm>
            <a:off x="1068100" y="1695450"/>
            <a:ext cx="7047300" cy="25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lvl="1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lvl="2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lvl="3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lvl="4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lvl="5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lvl="6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lvl="7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lvl="8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5.xml"/><Relationship Id="rId4" Type="http://schemas.microsoft.com/office/2007/relationships/hdphoto" Target="../media/hdphoto1.wdp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9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0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9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0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p30"/>
          <p:cNvSpPr txBox="1">
            <a:spLocks noGrp="1"/>
          </p:cNvSpPr>
          <p:nvPr>
            <p:ph type="ctrTitle"/>
          </p:nvPr>
        </p:nvSpPr>
        <p:spPr>
          <a:xfrm>
            <a:off x="623072" y="510862"/>
            <a:ext cx="5807779" cy="1541172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>
              <a:lnSpc>
                <a:spcPts val="4200"/>
              </a:lnSpc>
            </a:pPr>
            <a:r>
              <a:rPr lang="en-US" sz="2400" dirty="0"/>
              <a:t>Smart Grid Sensor Network for Industrial Energy Management Using </a:t>
            </a:r>
            <a:r>
              <a:rPr lang="en-US" sz="2400" dirty="0">
                <a:solidFill>
                  <a:schemeClr val="lt1"/>
                </a:solidFill>
              </a:rPr>
              <a:t>IoT and Machine Learning</a:t>
            </a:r>
          </a:p>
        </p:txBody>
      </p:sp>
      <p:sp>
        <p:nvSpPr>
          <p:cNvPr id="554" name="Google Shape;554;p30"/>
          <p:cNvSpPr/>
          <p:nvPr/>
        </p:nvSpPr>
        <p:spPr>
          <a:xfrm>
            <a:off x="5872766" y="2052034"/>
            <a:ext cx="3271233" cy="3091466"/>
          </a:xfrm>
          <a:custGeom>
            <a:avLst/>
            <a:gdLst/>
            <a:ahLst/>
            <a:cxnLst/>
            <a:rect l="l" t="t" r="r" b="b"/>
            <a:pathLst>
              <a:path w="39412" h="71956" extrusionOk="0">
                <a:moveTo>
                  <a:pt x="26435" y="5219"/>
                </a:moveTo>
                <a:cubicBezTo>
                  <a:pt x="26414" y="5447"/>
                  <a:pt x="26391" y="5674"/>
                  <a:pt x="26366" y="5900"/>
                </a:cubicBezTo>
                <a:lnTo>
                  <a:pt x="24728" y="5219"/>
                </a:lnTo>
                <a:close/>
                <a:moveTo>
                  <a:pt x="36617" y="5219"/>
                </a:moveTo>
                <a:lnTo>
                  <a:pt x="34266" y="6197"/>
                </a:lnTo>
                <a:cubicBezTo>
                  <a:pt x="34307" y="5875"/>
                  <a:pt x="34344" y="5549"/>
                  <a:pt x="34375" y="5219"/>
                </a:cubicBezTo>
                <a:close/>
                <a:moveTo>
                  <a:pt x="30064" y="5219"/>
                </a:moveTo>
                <a:lnTo>
                  <a:pt x="30064" y="7439"/>
                </a:lnTo>
                <a:lnTo>
                  <a:pt x="26467" y="5942"/>
                </a:lnTo>
                <a:cubicBezTo>
                  <a:pt x="26494" y="5702"/>
                  <a:pt x="26518" y="5461"/>
                  <a:pt x="26541" y="5219"/>
                </a:cubicBezTo>
                <a:close/>
                <a:moveTo>
                  <a:pt x="34269" y="5219"/>
                </a:moveTo>
                <a:cubicBezTo>
                  <a:pt x="34236" y="5564"/>
                  <a:pt x="34198" y="5906"/>
                  <a:pt x="34154" y="6243"/>
                </a:cubicBezTo>
                <a:lnTo>
                  <a:pt x="31282" y="7439"/>
                </a:lnTo>
                <a:lnTo>
                  <a:pt x="31282" y="5219"/>
                </a:lnTo>
                <a:close/>
                <a:moveTo>
                  <a:pt x="34108" y="6587"/>
                </a:moveTo>
                <a:cubicBezTo>
                  <a:pt x="33621" y="10031"/>
                  <a:pt x="32586" y="13006"/>
                  <a:pt x="31282" y="15337"/>
                </a:cubicBezTo>
                <a:lnTo>
                  <a:pt x="31282" y="7763"/>
                </a:lnTo>
                <a:lnTo>
                  <a:pt x="34108" y="6587"/>
                </a:lnTo>
                <a:close/>
                <a:moveTo>
                  <a:pt x="20438" y="17390"/>
                </a:moveTo>
                <a:lnTo>
                  <a:pt x="20438" y="18004"/>
                </a:lnTo>
                <a:lnTo>
                  <a:pt x="19995" y="18004"/>
                </a:lnTo>
                <a:cubicBezTo>
                  <a:pt x="20128" y="17809"/>
                  <a:pt x="20260" y="17604"/>
                  <a:pt x="20389" y="17390"/>
                </a:cubicBezTo>
                <a:close/>
                <a:moveTo>
                  <a:pt x="23951" y="5218"/>
                </a:moveTo>
                <a:lnTo>
                  <a:pt x="26331" y="6210"/>
                </a:lnTo>
                <a:cubicBezTo>
                  <a:pt x="25896" y="9839"/>
                  <a:pt x="24941" y="13226"/>
                  <a:pt x="23593" y="15872"/>
                </a:cubicBezTo>
                <a:cubicBezTo>
                  <a:pt x="23456" y="16140"/>
                  <a:pt x="23316" y="16400"/>
                  <a:pt x="23172" y="16651"/>
                </a:cubicBezTo>
                <a:cubicBezTo>
                  <a:pt x="23051" y="16583"/>
                  <a:pt x="22910" y="16544"/>
                  <a:pt x="22761" y="16544"/>
                </a:cubicBezTo>
                <a:cubicBezTo>
                  <a:pt x="22293" y="16544"/>
                  <a:pt x="21914" y="16923"/>
                  <a:pt x="21914" y="17390"/>
                </a:cubicBezTo>
                <a:lnTo>
                  <a:pt x="22645" y="17390"/>
                </a:lnTo>
                <a:lnTo>
                  <a:pt x="22645" y="17507"/>
                </a:lnTo>
                <a:cubicBezTo>
                  <a:pt x="22532" y="17679"/>
                  <a:pt x="22418" y="17844"/>
                  <a:pt x="22302" y="18004"/>
                </a:cubicBezTo>
                <a:lnTo>
                  <a:pt x="20668" y="18004"/>
                </a:lnTo>
                <a:lnTo>
                  <a:pt x="20668" y="17390"/>
                </a:lnTo>
                <a:lnTo>
                  <a:pt x="21399" y="17390"/>
                </a:lnTo>
                <a:cubicBezTo>
                  <a:pt x="21399" y="17024"/>
                  <a:pt x="21166" y="16713"/>
                  <a:pt x="20841" y="16595"/>
                </a:cubicBezTo>
                <a:cubicBezTo>
                  <a:pt x="20957" y="16378"/>
                  <a:pt x="21071" y="16154"/>
                  <a:pt x="21183" y="15922"/>
                </a:cubicBezTo>
                <a:cubicBezTo>
                  <a:pt x="22577" y="13043"/>
                  <a:pt x="23537" y="9257"/>
                  <a:pt x="23906" y="5218"/>
                </a:cubicBezTo>
                <a:close/>
                <a:moveTo>
                  <a:pt x="22645" y="17705"/>
                </a:moveTo>
                <a:lnTo>
                  <a:pt x="22645" y="18005"/>
                </a:lnTo>
                <a:lnTo>
                  <a:pt x="22437" y="18005"/>
                </a:lnTo>
                <a:cubicBezTo>
                  <a:pt x="22507" y="17906"/>
                  <a:pt x="22577" y="17806"/>
                  <a:pt x="22645" y="17705"/>
                </a:cubicBezTo>
                <a:close/>
                <a:moveTo>
                  <a:pt x="37183" y="5306"/>
                </a:moveTo>
                <a:cubicBezTo>
                  <a:pt x="36576" y="11373"/>
                  <a:pt x="34103" y="16160"/>
                  <a:pt x="31282" y="18753"/>
                </a:cubicBezTo>
                <a:lnTo>
                  <a:pt x="31282" y="15545"/>
                </a:lnTo>
                <a:cubicBezTo>
                  <a:pt x="32644" y="13165"/>
                  <a:pt x="33724" y="10100"/>
                  <a:pt x="34221" y="6539"/>
                </a:cubicBezTo>
                <a:lnTo>
                  <a:pt x="37183" y="5306"/>
                </a:lnTo>
                <a:close/>
                <a:moveTo>
                  <a:pt x="22128" y="18853"/>
                </a:moveTo>
                <a:lnTo>
                  <a:pt x="21574" y="19084"/>
                </a:lnTo>
                <a:cubicBezTo>
                  <a:pt x="21642" y="19009"/>
                  <a:pt x="21711" y="18933"/>
                  <a:pt x="21778" y="18853"/>
                </a:cubicBezTo>
                <a:close/>
                <a:moveTo>
                  <a:pt x="21627" y="18853"/>
                </a:moveTo>
                <a:cubicBezTo>
                  <a:pt x="21526" y="18968"/>
                  <a:pt x="21426" y="19077"/>
                  <a:pt x="21324" y="19183"/>
                </a:cubicBezTo>
                <a:cubicBezTo>
                  <a:pt x="21243" y="19077"/>
                  <a:pt x="21164" y="18968"/>
                  <a:pt x="21086" y="18853"/>
                </a:cubicBezTo>
                <a:close/>
                <a:moveTo>
                  <a:pt x="14353" y="18853"/>
                </a:moveTo>
                <a:cubicBezTo>
                  <a:pt x="14317" y="19035"/>
                  <a:pt x="14280" y="19215"/>
                  <a:pt x="14242" y="19394"/>
                </a:cubicBezTo>
                <a:lnTo>
                  <a:pt x="12941" y="18853"/>
                </a:lnTo>
                <a:close/>
                <a:moveTo>
                  <a:pt x="20962" y="18853"/>
                </a:moveTo>
                <a:cubicBezTo>
                  <a:pt x="21048" y="18984"/>
                  <a:pt x="21138" y="19108"/>
                  <a:pt x="21230" y="19227"/>
                </a:cubicBezTo>
                <a:lnTo>
                  <a:pt x="20317" y="19608"/>
                </a:lnTo>
                <a:cubicBezTo>
                  <a:pt x="20374" y="19357"/>
                  <a:pt x="20427" y="19106"/>
                  <a:pt x="20478" y="18853"/>
                </a:cubicBezTo>
                <a:close/>
                <a:moveTo>
                  <a:pt x="22176" y="19084"/>
                </a:moveTo>
                <a:cubicBezTo>
                  <a:pt x="22119" y="19358"/>
                  <a:pt x="22055" y="19631"/>
                  <a:pt x="21987" y="19902"/>
                </a:cubicBezTo>
                <a:cubicBezTo>
                  <a:pt x="21811" y="19745"/>
                  <a:pt x="21641" y="19569"/>
                  <a:pt x="21478" y="19373"/>
                </a:cubicBezTo>
                <a:lnTo>
                  <a:pt x="22176" y="19084"/>
                </a:lnTo>
                <a:close/>
                <a:moveTo>
                  <a:pt x="14646" y="18853"/>
                </a:moveTo>
                <a:cubicBezTo>
                  <a:pt x="14904" y="19258"/>
                  <a:pt x="15178" y="19608"/>
                  <a:pt x="15465" y="19904"/>
                </a:cubicBezTo>
                <a:lnTo>
                  <a:pt x="14341" y="19435"/>
                </a:lnTo>
                <a:cubicBezTo>
                  <a:pt x="14383" y="19243"/>
                  <a:pt x="14422" y="19049"/>
                  <a:pt x="14460" y="18853"/>
                </a:cubicBezTo>
                <a:close/>
                <a:moveTo>
                  <a:pt x="19228" y="18853"/>
                </a:moveTo>
                <a:cubicBezTo>
                  <a:pt x="18830" y="19331"/>
                  <a:pt x="18421" y="19732"/>
                  <a:pt x="18006" y="20049"/>
                </a:cubicBezTo>
                <a:lnTo>
                  <a:pt x="18006" y="18853"/>
                </a:lnTo>
                <a:close/>
                <a:moveTo>
                  <a:pt x="20866" y="19628"/>
                </a:moveTo>
                <a:lnTo>
                  <a:pt x="20866" y="19628"/>
                </a:lnTo>
                <a:cubicBezTo>
                  <a:pt x="20637" y="19835"/>
                  <a:pt x="20406" y="20018"/>
                  <a:pt x="20175" y="20178"/>
                </a:cubicBezTo>
                <a:cubicBezTo>
                  <a:pt x="20199" y="20080"/>
                  <a:pt x="20224" y="19983"/>
                  <a:pt x="20249" y="19885"/>
                </a:cubicBezTo>
                <a:lnTo>
                  <a:pt x="20866" y="19628"/>
                </a:lnTo>
                <a:close/>
                <a:moveTo>
                  <a:pt x="12780" y="19035"/>
                </a:moveTo>
                <a:lnTo>
                  <a:pt x="14193" y="19624"/>
                </a:lnTo>
                <a:cubicBezTo>
                  <a:pt x="14139" y="19867"/>
                  <a:pt x="14081" y="20105"/>
                  <a:pt x="14021" y="20341"/>
                </a:cubicBezTo>
                <a:cubicBezTo>
                  <a:pt x="13584" y="20029"/>
                  <a:pt x="13167" y="19592"/>
                  <a:pt x="12780" y="19035"/>
                </a:cubicBezTo>
                <a:close/>
                <a:moveTo>
                  <a:pt x="17065" y="18853"/>
                </a:moveTo>
                <a:lnTo>
                  <a:pt x="17065" y="20569"/>
                </a:lnTo>
                <a:lnTo>
                  <a:pt x="15728" y="20012"/>
                </a:lnTo>
                <a:cubicBezTo>
                  <a:pt x="15391" y="19701"/>
                  <a:pt x="15070" y="19315"/>
                  <a:pt x="14770" y="18853"/>
                </a:cubicBezTo>
                <a:close/>
                <a:moveTo>
                  <a:pt x="20370" y="18853"/>
                </a:moveTo>
                <a:cubicBezTo>
                  <a:pt x="20317" y="19123"/>
                  <a:pt x="20259" y="19391"/>
                  <a:pt x="20195" y="19658"/>
                </a:cubicBezTo>
                <a:lnTo>
                  <a:pt x="18006" y="20569"/>
                </a:lnTo>
                <a:lnTo>
                  <a:pt x="18006" y="20181"/>
                </a:lnTo>
                <a:cubicBezTo>
                  <a:pt x="18468" y="19837"/>
                  <a:pt x="18924" y="19392"/>
                  <a:pt x="19365" y="18853"/>
                </a:cubicBezTo>
                <a:close/>
                <a:moveTo>
                  <a:pt x="16554" y="20606"/>
                </a:moveTo>
                <a:lnTo>
                  <a:pt x="16825" y="20719"/>
                </a:lnTo>
                <a:cubicBezTo>
                  <a:pt x="16819" y="20721"/>
                  <a:pt x="16813" y="20723"/>
                  <a:pt x="16807" y="20725"/>
                </a:cubicBezTo>
                <a:cubicBezTo>
                  <a:pt x="16722" y="20690"/>
                  <a:pt x="16638" y="20650"/>
                  <a:pt x="16554" y="20606"/>
                </a:cubicBezTo>
                <a:close/>
                <a:moveTo>
                  <a:pt x="26433" y="6252"/>
                </a:moveTo>
                <a:lnTo>
                  <a:pt x="30064" y="7763"/>
                </a:lnTo>
                <a:lnTo>
                  <a:pt x="30064" y="17227"/>
                </a:lnTo>
                <a:cubicBezTo>
                  <a:pt x="28674" y="19095"/>
                  <a:pt x="27108" y="20315"/>
                  <a:pt x="25615" y="20730"/>
                </a:cubicBezTo>
                <a:cubicBezTo>
                  <a:pt x="24679" y="20454"/>
                  <a:pt x="23854" y="19820"/>
                  <a:pt x="23188" y="18853"/>
                </a:cubicBezTo>
                <a:lnTo>
                  <a:pt x="24034" y="18853"/>
                </a:lnTo>
                <a:cubicBezTo>
                  <a:pt x="24174" y="18853"/>
                  <a:pt x="24288" y="18739"/>
                  <a:pt x="24288" y="18600"/>
                </a:cubicBezTo>
                <a:lnTo>
                  <a:pt x="24288" y="18259"/>
                </a:lnTo>
                <a:cubicBezTo>
                  <a:pt x="24288" y="18118"/>
                  <a:pt x="24174" y="18005"/>
                  <a:pt x="24034" y="18005"/>
                </a:cubicBezTo>
                <a:lnTo>
                  <a:pt x="22876" y="18005"/>
                </a:lnTo>
                <a:lnTo>
                  <a:pt x="22876" y="17390"/>
                </a:lnTo>
                <a:lnTo>
                  <a:pt x="23607" y="17390"/>
                </a:lnTo>
                <a:cubicBezTo>
                  <a:pt x="23607" y="17110"/>
                  <a:pt x="23471" y="16863"/>
                  <a:pt x="23261" y="16709"/>
                </a:cubicBezTo>
                <a:cubicBezTo>
                  <a:pt x="23406" y="16455"/>
                  <a:pt x="23548" y="16192"/>
                  <a:pt x="23687" y="15919"/>
                </a:cubicBezTo>
                <a:cubicBezTo>
                  <a:pt x="25037" y="13270"/>
                  <a:pt x="25994" y="9882"/>
                  <a:pt x="26433" y="6252"/>
                </a:cubicBezTo>
                <a:close/>
                <a:moveTo>
                  <a:pt x="16965" y="20777"/>
                </a:moveTo>
                <a:lnTo>
                  <a:pt x="17065" y="20819"/>
                </a:lnTo>
                <a:lnTo>
                  <a:pt x="17065" y="20821"/>
                </a:lnTo>
                <a:cubicBezTo>
                  <a:pt x="17027" y="20809"/>
                  <a:pt x="16990" y="20796"/>
                  <a:pt x="16952" y="20783"/>
                </a:cubicBezTo>
                <a:cubicBezTo>
                  <a:pt x="16957" y="20781"/>
                  <a:pt x="16961" y="20779"/>
                  <a:pt x="16965" y="20777"/>
                </a:cubicBezTo>
                <a:close/>
                <a:moveTo>
                  <a:pt x="30064" y="17395"/>
                </a:moveTo>
                <a:lnTo>
                  <a:pt x="30064" y="19722"/>
                </a:lnTo>
                <a:cubicBezTo>
                  <a:pt x="29294" y="20241"/>
                  <a:pt x="28517" y="20596"/>
                  <a:pt x="27757" y="20770"/>
                </a:cubicBezTo>
                <a:cubicBezTo>
                  <a:pt x="27407" y="20849"/>
                  <a:pt x="27065" y="20889"/>
                  <a:pt x="26733" y="20889"/>
                </a:cubicBezTo>
                <a:cubicBezTo>
                  <a:pt x="26416" y="20889"/>
                  <a:pt x="26107" y="20853"/>
                  <a:pt x="25809" y="20782"/>
                </a:cubicBezTo>
                <a:cubicBezTo>
                  <a:pt x="27242" y="20329"/>
                  <a:pt x="28730" y="19155"/>
                  <a:pt x="30064" y="17395"/>
                </a:cubicBezTo>
                <a:close/>
                <a:moveTo>
                  <a:pt x="23062" y="18853"/>
                </a:moveTo>
                <a:cubicBezTo>
                  <a:pt x="23710" y="19818"/>
                  <a:pt x="24513" y="20468"/>
                  <a:pt x="25423" y="20779"/>
                </a:cubicBezTo>
                <a:cubicBezTo>
                  <a:pt x="25417" y="20780"/>
                  <a:pt x="25411" y="20782"/>
                  <a:pt x="25403" y="20784"/>
                </a:cubicBezTo>
                <a:cubicBezTo>
                  <a:pt x="25086" y="20857"/>
                  <a:pt x="24776" y="20893"/>
                  <a:pt x="24474" y="20893"/>
                </a:cubicBezTo>
                <a:cubicBezTo>
                  <a:pt x="23593" y="20893"/>
                  <a:pt x="22787" y="20585"/>
                  <a:pt x="22077" y="19981"/>
                </a:cubicBezTo>
                <a:cubicBezTo>
                  <a:pt x="22156" y="19667"/>
                  <a:pt x="22228" y="19352"/>
                  <a:pt x="22293" y="19034"/>
                </a:cubicBezTo>
                <a:lnTo>
                  <a:pt x="22728" y="18853"/>
                </a:lnTo>
                <a:close/>
                <a:moveTo>
                  <a:pt x="14291" y="19665"/>
                </a:moveTo>
                <a:lnTo>
                  <a:pt x="15997" y="20374"/>
                </a:lnTo>
                <a:cubicBezTo>
                  <a:pt x="16212" y="20536"/>
                  <a:pt x="16434" y="20671"/>
                  <a:pt x="16661" y="20776"/>
                </a:cubicBezTo>
                <a:cubicBezTo>
                  <a:pt x="16571" y="20805"/>
                  <a:pt x="16482" y="20829"/>
                  <a:pt x="16393" y="20850"/>
                </a:cubicBezTo>
                <a:cubicBezTo>
                  <a:pt x="16173" y="20900"/>
                  <a:pt x="15956" y="20925"/>
                  <a:pt x="15743" y="20925"/>
                </a:cubicBezTo>
                <a:cubicBezTo>
                  <a:pt x="15176" y="20925"/>
                  <a:pt x="14630" y="20750"/>
                  <a:pt x="14114" y="20405"/>
                </a:cubicBezTo>
                <a:cubicBezTo>
                  <a:pt x="14175" y="20160"/>
                  <a:pt x="14236" y="19915"/>
                  <a:pt x="14291" y="19665"/>
                </a:cubicBezTo>
                <a:close/>
                <a:moveTo>
                  <a:pt x="20127" y="19935"/>
                </a:moveTo>
                <a:lnTo>
                  <a:pt x="20127" y="19935"/>
                </a:lnTo>
                <a:cubicBezTo>
                  <a:pt x="20100" y="20046"/>
                  <a:pt x="20071" y="20156"/>
                  <a:pt x="20041" y="20266"/>
                </a:cubicBezTo>
                <a:cubicBezTo>
                  <a:pt x="19581" y="20566"/>
                  <a:pt x="19117" y="20774"/>
                  <a:pt x="18660" y="20878"/>
                </a:cubicBezTo>
                <a:cubicBezTo>
                  <a:pt x="18439" y="20928"/>
                  <a:pt x="18220" y="20955"/>
                  <a:pt x="18006" y="20959"/>
                </a:cubicBezTo>
                <a:lnTo>
                  <a:pt x="18006" y="20819"/>
                </a:lnTo>
                <a:lnTo>
                  <a:pt x="20127" y="19935"/>
                </a:lnTo>
                <a:close/>
                <a:moveTo>
                  <a:pt x="19998" y="20426"/>
                </a:moveTo>
                <a:lnTo>
                  <a:pt x="19998" y="20426"/>
                </a:lnTo>
                <a:cubicBezTo>
                  <a:pt x="19519" y="22165"/>
                  <a:pt x="18836" y="23801"/>
                  <a:pt x="18006" y="25194"/>
                </a:cubicBezTo>
                <a:lnTo>
                  <a:pt x="18006" y="21064"/>
                </a:lnTo>
                <a:cubicBezTo>
                  <a:pt x="18228" y="21059"/>
                  <a:pt x="18455" y="21033"/>
                  <a:pt x="18684" y="20980"/>
                </a:cubicBezTo>
                <a:cubicBezTo>
                  <a:pt x="19124" y="20880"/>
                  <a:pt x="19563" y="20694"/>
                  <a:pt x="19998" y="20426"/>
                </a:cubicBezTo>
                <a:close/>
                <a:moveTo>
                  <a:pt x="9862" y="26346"/>
                </a:moveTo>
                <a:lnTo>
                  <a:pt x="9862" y="26856"/>
                </a:lnTo>
                <a:lnTo>
                  <a:pt x="9073" y="26856"/>
                </a:lnTo>
                <a:cubicBezTo>
                  <a:pt x="9187" y="26692"/>
                  <a:pt x="9300" y="26522"/>
                  <a:pt x="9411" y="26346"/>
                </a:cubicBezTo>
                <a:close/>
                <a:moveTo>
                  <a:pt x="12341" y="18853"/>
                </a:moveTo>
                <a:lnTo>
                  <a:pt x="12604" y="18962"/>
                </a:lnTo>
                <a:cubicBezTo>
                  <a:pt x="13035" y="19608"/>
                  <a:pt x="13500" y="20105"/>
                  <a:pt x="13995" y="20449"/>
                </a:cubicBezTo>
                <a:cubicBezTo>
                  <a:pt x="13320" y="23080"/>
                  <a:pt x="12317" y="25315"/>
                  <a:pt x="11140" y="26896"/>
                </a:cubicBezTo>
                <a:cubicBezTo>
                  <a:pt x="11105" y="26872"/>
                  <a:pt x="11063" y="26856"/>
                  <a:pt x="11017" y="26856"/>
                </a:cubicBezTo>
                <a:lnTo>
                  <a:pt x="10054" y="26856"/>
                </a:lnTo>
                <a:lnTo>
                  <a:pt x="10054" y="26346"/>
                </a:lnTo>
                <a:lnTo>
                  <a:pt x="10661" y="26346"/>
                </a:lnTo>
                <a:cubicBezTo>
                  <a:pt x="10661" y="25956"/>
                  <a:pt x="10347" y="25642"/>
                  <a:pt x="9958" y="25642"/>
                </a:cubicBezTo>
                <a:cubicBezTo>
                  <a:pt x="9908" y="25642"/>
                  <a:pt x="9860" y="25647"/>
                  <a:pt x="9814" y="25656"/>
                </a:cubicBezTo>
                <a:cubicBezTo>
                  <a:pt x="10800" y="23859"/>
                  <a:pt x="11604" y="21530"/>
                  <a:pt x="12119" y="18853"/>
                </a:cubicBezTo>
                <a:close/>
                <a:moveTo>
                  <a:pt x="21381" y="19414"/>
                </a:moveTo>
                <a:cubicBezTo>
                  <a:pt x="21566" y="19634"/>
                  <a:pt x="21759" y="19834"/>
                  <a:pt x="21961" y="20009"/>
                </a:cubicBezTo>
                <a:cubicBezTo>
                  <a:pt x="21420" y="22135"/>
                  <a:pt x="20573" y="24129"/>
                  <a:pt x="19519" y="25735"/>
                </a:cubicBezTo>
                <a:cubicBezTo>
                  <a:pt x="19046" y="26459"/>
                  <a:pt x="18536" y="27091"/>
                  <a:pt x="18006" y="27622"/>
                </a:cubicBezTo>
                <a:lnTo>
                  <a:pt x="18006" y="25399"/>
                </a:lnTo>
                <a:cubicBezTo>
                  <a:pt x="18901" y="23937"/>
                  <a:pt x="19629" y="22195"/>
                  <a:pt x="20130" y="20343"/>
                </a:cubicBezTo>
                <a:cubicBezTo>
                  <a:pt x="20481" y="20114"/>
                  <a:pt x="20828" y="19833"/>
                  <a:pt x="21170" y="19502"/>
                </a:cubicBezTo>
                <a:lnTo>
                  <a:pt x="21381" y="19414"/>
                </a:lnTo>
                <a:close/>
                <a:moveTo>
                  <a:pt x="10600" y="27561"/>
                </a:moveTo>
                <a:cubicBezTo>
                  <a:pt x="10561" y="27606"/>
                  <a:pt x="10521" y="27652"/>
                  <a:pt x="10482" y="27695"/>
                </a:cubicBezTo>
                <a:cubicBezTo>
                  <a:pt x="10442" y="27651"/>
                  <a:pt x="10402" y="27606"/>
                  <a:pt x="10363" y="27561"/>
                </a:cubicBezTo>
                <a:close/>
                <a:moveTo>
                  <a:pt x="9433" y="27561"/>
                </a:moveTo>
                <a:lnTo>
                  <a:pt x="8765" y="27840"/>
                </a:lnTo>
                <a:cubicBezTo>
                  <a:pt x="8685" y="27755"/>
                  <a:pt x="8605" y="27668"/>
                  <a:pt x="8524" y="27578"/>
                </a:cubicBezTo>
                <a:cubicBezTo>
                  <a:pt x="8530" y="27572"/>
                  <a:pt x="8534" y="27566"/>
                  <a:pt x="8538" y="27561"/>
                </a:cubicBezTo>
                <a:close/>
                <a:moveTo>
                  <a:pt x="8456" y="27657"/>
                </a:moveTo>
                <a:cubicBezTo>
                  <a:pt x="8524" y="27734"/>
                  <a:pt x="8592" y="27810"/>
                  <a:pt x="8661" y="27883"/>
                </a:cubicBezTo>
                <a:lnTo>
                  <a:pt x="7982" y="28165"/>
                </a:lnTo>
                <a:cubicBezTo>
                  <a:pt x="8142" y="28008"/>
                  <a:pt x="8300" y="27838"/>
                  <a:pt x="8456" y="27657"/>
                </a:cubicBezTo>
                <a:close/>
                <a:moveTo>
                  <a:pt x="10224" y="27561"/>
                </a:moveTo>
                <a:cubicBezTo>
                  <a:pt x="10284" y="27633"/>
                  <a:pt x="10347" y="27702"/>
                  <a:pt x="10409" y="27770"/>
                </a:cubicBezTo>
                <a:cubicBezTo>
                  <a:pt x="10128" y="28066"/>
                  <a:pt x="9841" y="28327"/>
                  <a:pt x="9547" y="28548"/>
                </a:cubicBezTo>
                <a:cubicBezTo>
                  <a:pt x="9331" y="28381"/>
                  <a:pt x="9118" y="28194"/>
                  <a:pt x="8910" y="27987"/>
                </a:cubicBezTo>
                <a:lnTo>
                  <a:pt x="9931" y="27561"/>
                </a:lnTo>
                <a:close/>
                <a:moveTo>
                  <a:pt x="5223" y="27561"/>
                </a:moveTo>
                <a:lnTo>
                  <a:pt x="5223" y="28853"/>
                </a:lnTo>
                <a:cubicBezTo>
                  <a:pt x="4715" y="28544"/>
                  <a:pt x="4212" y="28114"/>
                  <a:pt x="3716" y="27561"/>
                </a:cubicBezTo>
                <a:close/>
                <a:moveTo>
                  <a:pt x="8372" y="27561"/>
                </a:moveTo>
                <a:cubicBezTo>
                  <a:pt x="8372" y="27562"/>
                  <a:pt x="8372" y="27562"/>
                  <a:pt x="8373" y="27563"/>
                </a:cubicBezTo>
                <a:cubicBezTo>
                  <a:pt x="8143" y="27833"/>
                  <a:pt x="7909" y="28078"/>
                  <a:pt x="7671" y="28295"/>
                </a:cubicBezTo>
                <a:lnTo>
                  <a:pt x="6005" y="28987"/>
                </a:lnTo>
                <a:lnTo>
                  <a:pt x="6005" y="27561"/>
                </a:lnTo>
                <a:close/>
                <a:moveTo>
                  <a:pt x="3578" y="27561"/>
                </a:moveTo>
                <a:cubicBezTo>
                  <a:pt x="4112" y="28166"/>
                  <a:pt x="4663" y="28635"/>
                  <a:pt x="5223" y="28963"/>
                </a:cubicBezTo>
                <a:lnTo>
                  <a:pt x="5223" y="28988"/>
                </a:lnTo>
                <a:lnTo>
                  <a:pt x="1796" y="27561"/>
                </a:lnTo>
                <a:close/>
                <a:moveTo>
                  <a:pt x="7146" y="28721"/>
                </a:moveTo>
                <a:lnTo>
                  <a:pt x="7146" y="28721"/>
                </a:lnTo>
                <a:cubicBezTo>
                  <a:pt x="6814" y="28960"/>
                  <a:pt x="6476" y="29144"/>
                  <a:pt x="6133" y="29271"/>
                </a:cubicBezTo>
                <a:cubicBezTo>
                  <a:pt x="6091" y="29257"/>
                  <a:pt x="6048" y="29243"/>
                  <a:pt x="6005" y="29228"/>
                </a:cubicBezTo>
                <a:lnTo>
                  <a:pt x="6005" y="29196"/>
                </a:lnTo>
                <a:lnTo>
                  <a:pt x="7146" y="28721"/>
                </a:lnTo>
                <a:close/>
                <a:moveTo>
                  <a:pt x="8805" y="28030"/>
                </a:moveTo>
                <a:cubicBezTo>
                  <a:pt x="9020" y="28245"/>
                  <a:pt x="9237" y="28439"/>
                  <a:pt x="9459" y="28611"/>
                </a:cubicBezTo>
                <a:cubicBezTo>
                  <a:pt x="8979" y="28959"/>
                  <a:pt x="8484" y="29203"/>
                  <a:pt x="7983" y="29327"/>
                </a:cubicBezTo>
                <a:cubicBezTo>
                  <a:pt x="7706" y="29396"/>
                  <a:pt x="7430" y="29431"/>
                  <a:pt x="7155" y="29431"/>
                </a:cubicBezTo>
                <a:cubicBezTo>
                  <a:pt x="6870" y="29431"/>
                  <a:pt x="6587" y="29394"/>
                  <a:pt x="6305" y="29320"/>
                </a:cubicBezTo>
                <a:cubicBezTo>
                  <a:pt x="6734" y="29144"/>
                  <a:pt x="7153" y="28886"/>
                  <a:pt x="7560" y="28549"/>
                </a:cubicBezTo>
                <a:lnTo>
                  <a:pt x="8805" y="28030"/>
                </a:lnTo>
                <a:close/>
                <a:moveTo>
                  <a:pt x="14086" y="20512"/>
                </a:moveTo>
                <a:cubicBezTo>
                  <a:pt x="14610" y="20855"/>
                  <a:pt x="15164" y="21031"/>
                  <a:pt x="15739" y="21031"/>
                </a:cubicBezTo>
                <a:cubicBezTo>
                  <a:pt x="15962" y="21031"/>
                  <a:pt x="16188" y="21004"/>
                  <a:pt x="16416" y="20953"/>
                </a:cubicBezTo>
                <a:cubicBezTo>
                  <a:pt x="16546" y="20923"/>
                  <a:pt x="16675" y="20885"/>
                  <a:pt x="16805" y="20839"/>
                </a:cubicBezTo>
                <a:cubicBezTo>
                  <a:pt x="16890" y="20873"/>
                  <a:pt x="16977" y="20904"/>
                  <a:pt x="17065" y="20931"/>
                </a:cubicBezTo>
                <a:lnTo>
                  <a:pt x="17065" y="26580"/>
                </a:lnTo>
                <a:cubicBezTo>
                  <a:pt x="15892" y="28095"/>
                  <a:pt x="14559" y="29093"/>
                  <a:pt x="13241" y="29422"/>
                </a:cubicBezTo>
                <a:cubicBezTo>
                  <a:pt x="13222" y="29427"/>
                  <a:pt x="13203" y="29430"/>
                  <a:pt x="13185" y="29435"/>
                </a:cubicBezTo>
                <a:cubicBezTo>
                  <a:pt x="12263" y="29212"/>
                  <a:pt x="11376" y="28653"/>
                  <a:pt x="10552" y="27771"/>
                </a:cubicBezTo>
                <a:cubicBezTo>
                  <a:pt x="10613" y="27703"/>
                  <a:pt x="10676" y="27632"/>
                  <a:pt x="10736" y="27561"/>
                </a:cubicBezTo>
                <a:lnTo>
                  <a:pt x="11017" y="27561"/>
                </a:lnTo>
                <a:cubicBezTo>
                  <a:pt x="11133" y="27561"/>
                  <a:pt x="11228" y="27467"/>
                  <a:pt x="11228" y="27351"/>
                </a:cubicBezTo>
                <a:lnTo>
                  <a:pt x="11228" y="27067"/>
                </a:lnTo>
                <a:cubicBezTo>
                  <a:pt x="11228" y="27035"/>
                  <a:pt x="11219" y="27004"/>
                  <a:pt x="11207" y="26978"/>
                </a:cubicBezTo>
                <a:cubicBezTo>
                  <a:pt x="12395" y="25390"/>
                  <a:pt x="13405" y="23149"/>
                  <a:pt x="14086" y="20512"/>
                </a:cubicBezTo>
                <a:close/>
                <a:moveTo>
                  <a:pt x="1720" y="27738"/>
                </a:moveTo>
                <a:lnTo>
                  <a:pt x="5223" y="29196"/>
                </a:lnTo>
                <a:lnTo>
                  <a:pt x="5223" y="29472"/>
                </a:lnTo>
                <a:cubicBezTo>
                  <a:pt x="5147" y="29478"/>
                  <a:pt x="5070" y="29481"/>
                  <a:pt x="4994" y="29481"/>
                </a:cubicBezTo>
                <a:cubicBezTo>
                  <a:pt x="3889" y="29481"/>
                  <a:pt x="2792" y="28897"/>
                  <a:pt x="1720" y="27738"/>
                </a:cubicBezTo>
                <a:close/>
                <a:moveTo>
                  <a:pt x="10478" y="27847"/>
                </a:moveTo>
                <a:cubicBezTo>
                  <a:pt x="11255" y="28678"/>
                  <a:pt x="12089" y="29226"/>
                  <a:pt x="12955" y="29483"/>
                </a:cubicBezTo>
                <a:cubicBezTo>
                  <a:pt x="12720" y="29524"/>
                  <a:pt x="12485" y="29545"/>
                  <a:pt x="12253" y="29545"/>
                </a:cubicBezTo>
                <a:cubicBezTo>
                  <a:pt x="11348" y="29545"/>
                  <a:pt x="10466" y="29230"/>
                  <a:pt x="9632" y="28611"/>
                </a:cubicBezTo>
                <a:cubicBezTo>
                  <a:pt x="9920" y="28392"/>
                  <a:pt x="10202" y="28137"/>
                  <a:pt x="10478" y="27847"/>
                </a:cubicBezTo>
                <a:close/>
                <a:moveTo>
                  <a:pt x="17065" y="26752"/>
                </a:moveTo>
                <a:lnTo>
                  <a:pt x="17065" y="28442"/>
                </a:lnTo>
                <a:cubicBezTo>
                  <a:pt x="16418" y="28924"/>
                  <a:pt x="15754" y="29257"/>
                  <a:pt x="15093" y="29422"/>
                </a:cubicBezTo>
                <a:cubicBezTo>
                  <a:pt x="14762" y="29504"/>
                  <a:pt x="14433" y="29545"/>
                  <a:pt x="14107" y="29545"/>
                </a:cubicBezTo>
                <a:cubicBezTo>
                  <a:pt x="13873" y="29545"/>
                  <a:pt x="13641" y="29524"/>
                  <a:pt x="13411" y="29483"/>
                </a:cubicBezTo>
                <a:cubicBezTo>
                  <a:pt x="14673" y="29123"/>
                  <a:pt x="15941" y="28171"/>
                  <a:pt x="17065" y="26752"/>
                </a:cubicBezTo>
                <a:close/>
                <a:moveTo>
                  <a:pt x="30428" y="1"/>
                </a:moveTo>
                <a:cubicBezTo>
                  <a:pt x="30226" y="1"/>
                  <a:pt x="30064" y="164"/>
                  <a:pt x="30064" y="364"/>
                </a:cubicBezTo>
                <a:lnTo>
                  <a:pt x="30064" y="4120"/>
                </a:lnTo>
                <a:lnTo>
                  <a:pt x="26971" y="4120"/>
                </a:lnTo>
                <a:lnTo>
                  <a:pt x="26971" y="3357"/>
                </a:lnTo>
                <a:lnTo>
                  <a:pt x="27918" y="3357"/>
                </a:lnTo>
                <a:cubicBezTo>
                  <a:pt x="27918" y="2752"/>
                  <a:pt x="27428" y="2262"/>
                  <a:pt x="26822" y="2262"/>
                </a:cubicBezTo>
                <a:cubicBezTo>
                  <a:pt x="26217" y="2262"/>
                  <a:pt x="25727" y="2752"/>
                  <a:pt x="25727" y="3357"/>
                </a:cubicBezTo>
                <a:lnTo>
                  <a:pt x="26673" y="3357"/>
                </a:lnTo>
                <a:lnTo>
                  <a:pt x="26673" y="4120"/>
                </a:lnTo>
                <a:lnTo>
                  <a:pt x="24114" y="4120"/>
                </a:lnTo>
                <a:lnTo>
                  <a:pt x="24114" y="3357"/>
                </a:lnTo>
                <a:lnTo>
                  <a:pt x="25060" y="3357"/>
                </a:lnTo>
                <a:cubicBezTo>
                  <a:pt x="25060" y="2752"/>
                  <a:pt x="24570" y="2262"/>
                  <a:pt x="23965" y="2262"/>
                </a:cubicBezTo>
                <a:cubicBezTo>
                  <a:pt x="23360" y="2262"/>
                  <a:pt x="22870" y="2752"/>
                  <a:pt x="22870" y="3357"/>
                </a:cubicBezTo>
                <a:lnTo>
                  <a:pt x="23816" y="3357"/>
                </a:lnTo>
                <a:lnTo>
                  <a:pt x="23816" y="4120"/>
                </a:lnTo>
                <a:lnTo>
                  <a:pt x="22261" y="4120"/>
                </a:lnTo>
                <a:cubicBezTo>
                  <a:pt x="22080" y="4120"/>
                  <a:pt x="21933" y="4267"/>
                  <a:pt x="21933" y="4448"/>
                </a:cubicBezTo>
                <a:lnTo>
                  <a:pt x="21933" y="4890"/>
                </a:lnTo>
                <a:cubicBezTo>
                  <a:pt x="21933" y="5071"/>
                  <a:pt x="22080" y="5218"/>
                  <a:pt x="22261" y="5218"/>
                </a:cubicBezTo>
                <a:lnTo>
                  <a:pt x="23801" y="5218"/>
                </a:lnTo>
                <a:cubicBezTo>
                  <a:pt x="23432" y="9242"/>
                  <a:pt x="22475" y="13010"/>
                  <a:pt x="21088" y="15877"/>
                </a:cubicBezTo>
                <a:cubicBezTo>
                  <a:pt x="20974" y="16114"/>
                  <a:pt x="20857" y="16342"/>
                  <a:pt x="20738" y="16564"/>
                </a:cubicBezTo>
                <a:cubicBezTo>
                  <a:pt x="20678" y="16551"/>
                  <a:pt x="20617" y="16544"/>
                  <a:pt x="20553" y="16544"/>
                </a:cubicBezTo>
                <a:cubicBezTo>
                  <a:pt x="20085" y="16544"/>
                  <a:pt x="19706" y="16923"/>
                  <a:pt x="19706" y="17390"/>
                </a:cubicBezTo>
                <a:lnTo>
                  <a:pt x="20266" y="17390"/>
                </a:lnTo>
                <a:cubicBezTo>
                  <a:pt x="20136" y="17604"/>
                  <a:pt x="20003" y="17809"/>
                  <a:pt x="19870" y="18005"/>
                </a:cubicBezTo>
                <a:lnTo>
                  <a:pt x="18006" y="18005"/>
                </a:lnTo>
                <a:lnTo>
                  <a:pt x="18006" y="15103"/>
                </a:lnTo>
                <a:cubicBezTo>
                  <a:pt x="18006" y="14947"/>
                  <a:pt x="17879" y="14822"/>
                  <a:pt x="17724" y="14822"/>
                </a:cubicBezTo>
                <a:lnTo>
                  <a:pt x="17346" y="14822"/>
                </a:lnTo>
                <a:cubicBezTo>
                  <a:pt x="17191" y="14822"/>
                  <a:pt x="17065" y="14947"/>
                  <a:pt x="17065" y="15103"/>
                </a:cubicBezTo>
                <a:lnTo>
                  <a:pt x="17065" y="18005"/>
                </a:lnTo>
                <a:lnTo>
                  <a:pt x="14676" y="18005"/>
                </a:lnTo>
                <a:lnTo>
                  <a:pt x="14676" y="17415"/>
                </a:lnTo>
                <a:lnTo>
                  <a:pt x="15406" y="17415"/>
                </a:lnTo>
                <a:cubicBezTo>
                  <a:pt x="15406" y="16948"/>
                  <a:pt x="15027" y="16568"/>
                  <a:pt x="14560" y="16568"/>
                </a:cubicBezTo>
                <a:cubicBezTo>
                  <a:pt x="14092" y="16568"/>
                  <a:pt x="13713" y="16948"/>
                  <a:pt x="13713" y="17415"/>
                </a:cubicBezTo>
                <a:lnTo>
                  <a:pt x="14445" y="17415"/>
                </a:lnTo>
                <a:lnTo>
                  <a:pt x="14445" y="18005"/>
                </a:lnTo>
                <a:lnTo>
                  <a:pt x="12468" y="18005"/>
                </a:lnTo>
                <a:lnTo>
                  <a:pt x="12468" y="17415"/>
                </a:lnTo>
                <a:lnTo>
                  <a:pt x="13199" y="17415"/>
                </a:lnTo>
                <a:cubicBezTo>
                  <a:pt x="13199" y="16948"/>
                  <a:pt x="12820" y="16568"/>
                  <a:pt x="12353" y="16568"/>
                </a:cubicBezTo>
                <a:cubicBezTo>
                  <a:pt x="11885" y="16568"/>
                  <a:pt x="11506" y="16948"/>
                  <a:pt x="11506" y="17415"/>
                </a:cubicBezTo>
                <a:lnTo>
                  <a:pt x="12237" y="17415"/>
                </a:lnTo>
                <a:lnTo>
                  <a:pt x="12237" y="18005"/>
                </a:lnTo>
                <a:lnTo>
                  <a:pt x="11037" y="18005"/>
                </a:lnTo>
                <a:cubicBezTo>
                  <a:pt x="10896" y="18005"/>
                  <a:pt x="10783" y="18118"/>
                  <a:pt x="10783" y="18259"/>
                </a:cubicBezTo>
                <a:lnTo>
                  <a:pt x="10783" y="18600"/>
                </a:lnTo>
                <a:cubicBezTo>
                  <a:pt x="10783" y="18739"/>
                  <a:pt x="10896" y="18853"/>
                  <a:pt x="11037" y="18853"/>
                </a:cubicBezTo>
                <a:lnTo>
                  <a:pt x="12013" y="18853"/>
                </a:lnTo>
                <a:cubicBezTo>
                  <a:pt x="11490" y="21545"/>
                  <a:pt x="10653" y="23911"/>
                  <a:pt x="9633" y="25722"/>
                </a:cubicBezTo>
                <a:cubicBezTo>
                  <a:pt x="9408" y="25839"/>
                  <a:pt x="9254" y="26074"/>
                  <a:pt x="9254" y="26346"/>
                </a:cubicBezTo>
                <a:lnTo>
                  <a:pt x="9260" y="26346"/>
                </a:lnTo>
                <a:cubicBezTo>
                  <a:pt x="9148" y="26521"/>
                  <a:pt x="9035" y="26693"/>
                  <a:pt x="8920" y="26856"/>
                </a:cubicBezTo>
                <a:lnTo>
                  <a:pt x="8218" y="26856"/>
                </a:lnTo>
                <a:lnTo>
                  <a:pt x="8218" y="26346"/>
                </a:lnTo>
                <a:lnTo>
                  <a:pt x="8826" y="26346"/>
                </a:lnTo>
                <a:cubicBezTo>
                  <a:pt x="8826" y="25956"/>
                  <a:pt x="8511" y="25642"/>
                  <a:pt x="8123" y="25642"/>
                </a:cubicBezTo>
                <a:cubicBezTo>
                  <a:pt x="7734" y="25642"/>
                  <a:pt x="7419" y="25956"/>
                  <a:pt x="7419" y="26346"/>
                </a:cubicBezTo>
                <a:lnTo>
                  <a:pt x="8027" y="26346"/>
                </a:lnTo>
                <a:lnTo>
                  <a:pt x="8027" y="26856"/>
                </a:lnTo>
                <a:lnTo>
                  <a:pt x="6005" y="26856"/>
                </a:lnTo>
                <a:lnTo>
                  <a:pt x="6005" y="24444"/>
                </a:lnTo>
                <a:cubicBezTo>
                  <a:pt x="6005" y="24314"/>
                  <a:pt x="5900" y="24210"/>
                  <a:pt x="5771" y="24210"/>
                </a:cubicBezTo>
                <a:lnTo>
                  <a:pt x="5456" y="24210"/>
                </a:lnTo>
                <a:cubicBezTo>
                  <a:pt x="5328" y="24210"/>
                  <a:pt x="5223" y="24314"/>
                  <a:pt x="5223" y="24444"/>
                </a:cubicBezTo>
                <a:lnTo>
                  <a:pt x="5223" y="26856"/>
                </a:lnTo>
                <a:lnTo>
                  <a:pt x="3237" y="26856"/>
                </a:lnTo>
                <a:lnTo>
                  <a:pt x="3237" y="26366"/>
                </a:lnTo>
                <a:lnTo>
                  <a:pt x="3844" y="26366"/>
                </a:lnTo>
                <a:cubicBezTo>
                  <a:pt x="3844" y="25977"/>
                  <a:pt x="3530" y="25662"/>
                  <a:pt x="3141" y="25662"/>
                </a:cubicBezTo>
                <a:cubicBezTo>
                  <a:pt x="2752" y="25662"/>
                  <a:pt x="2437" y="25977"/>
                  <a:pt x="2437" y="26366"/>
                </a:cubicBezTo>
                <a:lnTo>
                  <a:pt x="3045" y="26366"/>
                </a:lnTo>
                <a:lnTo>
                  <a:pt x="3045" y="26856"/>
                </a:lnTo>
                <a:lnTo>
                  <a:pt x="1401" y="26856"/>
                </a:lnTo>
                <a:lnTo>
                  <a:pt x="1401" y="26366"/>
                </a:lnTo>
                <a:lnTo>
                  <a:pt x="2009" y="26366"/>
                </a:lnTo>
                <a:cubicBezTo>
                  <a:pt x="2009" y="25977"/>
                  <a:pt x="1694" y="25662"/>
                  <a:pt x="1305" y="25662"/>
                </a:cubicBezTo>
                <a:cubicBezTo>
                  <a:pt x="916" y="25662"/>
                  <a:pt x="602" y="25977"/>
                  <a:pt x="602" y="26366"/>
                </a:cubicBezTo>
                <a:lnTo>
                  <a:pt x="1209" y="26366"/>
                </a:lnTo>
                <a:lnTo>
                  <a:pt x="1209" y="26856"/>
                </a:lnTo>
                <a:lnTo>
                  <a:pt x="211" y="26856"/>
                </a:lnTo>
                <a:cubicBezTo>
                  <a:pt x="94" y="26856"/>
                  <a:pt x="1" y="26950"/>
                  <a:pt x="1" y="27067"/>
                </a:cubicBezTo>
                <a:lnTo>
                  <a:pt x="1" y="27351"/>
                </a:lnTo>
                <a:cubicBezTo>
                  <a:pt x="1" y="27468"/>
                  <a:pt x="94" y="27561"/>
                  <a:pt x="211" y="27561"/>
                </a:cubicBezTo>
                <a:lnTo>
                  <a:pt x="1296" y="27561"/>
                </a:lnTo>
                <a:lnTo>
                  <a:pt x="1495" y="27644"/>
                </a:lnTo>
                <a:cubicBezTo>
                  <a:pt x="2634" y="28935"/>
                  <a:pt x="3805" y="29586"/>
                  <a:pt x="4991" y="29586"/>
                </a:cubicBezTo>
                <a:cubicBezTo>
                  <a:pt x="5068" y="29586"/>
                  <a:pt x="5145" y="29583"/>
                  <a:pt x="5222" y="29578"/>
                </a:cubicBezTo>
                <a:lnTo>
                  <a:pt x="5222" y="58992"/>
                </a:lnTo>
                <a:lnTo>
                  <a:pt x="4430" y="58992"/>
                </a:lnTo>
                <a:cubicBezTo>
                  <a:pt x="4175" y="58992"/>
                  <a:pt x="3969" y="59183"/>
                  <a:pt x="3969" y="59420"/>
                </a:cubicBezTo>
                <a:lnTo>
                  <a:pt x="3969" y="69999"/>
                </a:lnTo>
                <a:cubicBezTo>
                  <a:pt x="3969" y="70236"/>
                  <a:pt x="4175" y="70427"/>
                  <a:pt x="4430" y="70427"/>
                </a:cubicBezTo>
                <a:lnTo>
                  <a:pt x="6796" y="70427"/>
                </a:lnTo>
                <a:cubicBezTo>
                  <a:pt x="7052" y="70427"/>
                  <a:pt x="7259" y="70236"/>
                  <a:pt x="7259" y="69999"/>
                </a:cubicBezTo>
                <a:lnTo>
                  <a:pt x="7259" y="59420"/>
                </a:lnTo>
                <a:cubicBezTo>
                  <a:pt x="7259" y="59183"/>
                  <a:pt x="7052" y="58992"/>
                  <a:pt x="6796" y="58992"/>
                </a:cubicBezTo>
                <a:lnTo>
                  <a:pt x="6004" y="58992"/>
                </a:lnTo>
                <a:lnTo>
                  <a:pt x="6004" y="29427"/>
                </a:lnTo>
                <a:cubicBezTo>
                  <a:pt x="6054" y="29412"/>
                  <a:pt x="6104" y="29394"/>
                  <a:pt x="6153" y="29377"/>
                </a:cubicBezTo>
                <a:cubicBezTo>
                  <a:pt x="6493" y="29480"/>
                  <a:pt x="6835" y="29533"/>
                  <a:pt x="7177" y="29533"/>
                </a:cubicBezTo>
                <a:cubicBezTo>
                  <a:pt x="7455" y="29533"/>
                  <a:pt x="7731" y="29499"/>
                  <a:pt x="8008" y="29430"/>
                </a:cubicBezTo>
                <a:cubicBezTo>
                  <a:pt x="8531" y="29300"/>
                  <a:pt x="9045" y="29044"/>
                  <a:pt x="9545" y="28678"/>
                </a:cubicBezTo>
                <a:cubicBezTo>
                  <a:pt x="10404" y="29322"/>
                  <a:pt x="11314" y="29651"/>
                  <a:pt x="12250" y="29651"/>
                </a:cubicBezTo>
                <a:cubicBezTo>
                  <a:pt x="12558" y="29651"/>
                  <a:pt x="12869" y="29614"/>
                  <a:pt x="13183" y="29542"/>
                </a:cubicBezTo>
                <a:cubicBezTo>
                  <a:pt x="13486" y="29613"/>
                  <a:pt x="13791" y="29651"/>
                  <a:pt x="14100" y="29651"/>
                </a:cubicBezTo>
                <a:cubicBezTo>
                  <a:pt x="14437" y="29651"/>
                  <a:pt x="14776" y="29609"/>
                  <a:pt x="15118" y="29524"/>
                </a:cubicBezTo>
                <a:cubicBezTo>
                  <a:pt x="15770" y="29361"/>
                  <a:pt x="16426" y="29037"/>
                  <a:pt x="17065" y="28570"/>
                </a:cubicBezTo>
                <a:lnTo>
                  <a:pt x="17065" y="56662"/>
                </a:lnTo>
                <a:lnTo>
                  <a:pt x="16111" y="56662"/>
                </a:lnTo>
                <a:cubicBezTo>
                  <a:pt x="15805" y="56662"/>
                  <a:pt x="15555" y="56892"/>
                  <a:pt x="15555" y="57177"/>
                </a:cubicBezTo>
                <a:lnTo>
                  <a:pt x="15555" y="69902"/>
                </a:lnTo>
                <a:cubicBezTo>
                  <a:pt x="15555" y="70186"/>
                  <a:pt x="15805" y="70416"/>
                  <a:pt x="16111" y="70416"/>
                </a:cubicBezTo>
                <a:lnTo>
                  <a:pt x="18958" y="70416"/>
                </a:lnTo>
                <a:cubicBezTo>
                  <a:pt x="19264" y="70416"/>
                  <a:pt x="19513" y="70186"/>
                  <a:pt x="19513" y="69902"/>
                </a:cubicBezTo>
                <a:lnTo>
                  <a:pt x="19513" y="57177"/>
                </a:lnTo>
                <a:cubicBezTo>
                  <a:pt x="19513" y="56892"/>
                  <a:pt x="19264" y="56662"/>
                  <a:pt x="18958" y="56662"/>
                </a:cubicBezTo>
                <a:lnTo>
                  <a:pt x="18005" y="56662"/>
                </a:lnTo>
                <a:lnTo>
                  <a:pt x="18005" y="27771"/>
                </a:lnTo>
                <a:cubicBezTo>
                  <a:pt x="18568" y="27219"/>
                  <a:pt x="19107" y="26556"/>
                  <a:pt x="19607" y="25794"/>
                </a:cubicBezTo>
                <a:cubicBezTo>
                  <a:pt x="20659" y="24189"/>
                  <a:pt x="21505" y="22202"/>
                  <a:pt x="22051" y="20083"/>
                </a:cubicBezTo>
                <a:cubicBezTo>
                  <a:pt x="22778" y="20682"/>
                  <a:pt x="23605" y="20994"/>
                  <a:pt x="24498" y="20994"/>
                </a:cubicBezTo>
                <a:cubicBezTo>
                  <a:pt x="24800" y="20994"/>
                  <a:pt x="25111" y="20959"/>
                  <a:pt x="25427" y="20887"/>
                </a:cubicBezTo>
                <a:cubicBezTo>
                  <a:pt x="25489" y="20872"/>
                  <a:pt x="25550" y="20857"/>
                  <a:pt x="25612" y="20840"/>
                </a:cubicBezTo>
                <a:cubicBezTo>
                  <a:pt x="25969" y="20942"/>
                  <a:pt x="26342" y="20995"/>
                  <a:pt x="26727" y="20995"/>
                </a:cubicBezTo>
                <a:cubicBezTo>
                  <a:pt x="27068" y="20995"/>
                  <a:pt x="27420" y="20955"/>
                  <a:pt x="27780" y="20872"/>
                </a:cubicBezTo>
                <a:cubicBezTo>
                  <a:pt x="28531" y="20701"/>
                  <a:pt x="29302" y="20353"/>
                  <a:pt x="30063" y="19846"/>
                </a:cubicBezTo>
                <a:lnTo>
                  <a:pt x="30063" y="54153"/>
                </a:lnTo>
                <a:lnTo>
                  <a:pt x="28830" y="54153"/>
                </a:lnTo>
                <a:cubicBezTo>
                  <a:pt x="28432" y="54153"/>
                  <a:pt x="28111" y="54451"/>
                  <a:pt x="28111" y="54819"/>
                </a:cubicBezTo>
                <a:lnTo>
                  <a:pt x="28111" y="71289"/>
                </a:lnTo>
                <a:cubicBezTo>
                  <a:pt x="28111" y="71657"/>
                  <a:pt x="28432" y="71956"/>
                  <a:pt x="28830" y="71956"/>
                </a:cubicBezTo>
                <a:lnTo>
                  <a:pt x="32514" y="71956"/>
                </a:lnTo>
                <a:cubicBezTo>
                  <a:pt x="32911" y="71956"/>
                  <a:pt x="33234" y="71657"/>
                  <a:pt x="33234" y="71289"/>
                </a:cubicBezTo>
                <a:lnTo>
                  <a:pt x="33234" y="54819"/>
                </a:lnTo>
                <a:cubicBezTo>
                  <a:pt x="33234" y="54451"/>
                  <a:pt x="32911" y="54153"/>
                  <a:pt x="32514" y="54153"/>
                </a:cubicBezTo>
                <a:lnTo>
                  <a:pt x="31280" y="54153"/>
                </a:lnTo>
                <a:lnTo>
                  <a:pt x="31280" y="18891"/>
                </a:lnTo>
                <a:cubicBezTo>
                  <a:pt x="34159" y="16286"/>
                  <a:pt x="36688" y="11427"/>
                  <a:pt x="37293" y="5260"/>
                </a:cubicBezTo>
                <a:lnTo>
                  <a:pt x="37394" y="5218"/>
                </a:lnTo>
                <a:lnTo>
                  <a:pt x="39083" y="5218"/>
                </a:lnTo>
                <a:cubicBezTo>
                  <a:pt x="39265" y="5218"/>
                  <a:pt x="39412" y="5071"/>
                  <a:pt x="39412" y="4890"/>
                </a:cubicBezTo>
                <a:lnTo>
                  <a:pt x="39412" y="4448"/>
                </a:lnTo>
                <a:cubicBezTo>
                  <a:pt x="39412" y="4267"/>
                  <a:pt x="39265" y="4120"/>
                  <a:pt x="39084" y="4120"/>
                </a:cubicBezTo>
                <a:lnTo>
                  <a:pt x="37585" y="4120"/>
                </a:lnTo>
                <a:lnTo>
                  <a:pt x="37585" y="3325"/>
                </a:lnTo>
                <a:lnTo>
                  <a:pt x="38531" y="3325"/>
                </a:lnTo>
                <a:cubicBezTo>
                  <a:pt x="38531" y="2719"/>
                  <a:pt x="38040" y="2229"/>
                  <a:pt x="37435" y="2229"/>
                </a:cubicBezTo>
                <a:cubicBezTo>
                  <a:pt x="36831" y="2229"/>
                  <a:pt x="36340" y="2720"/>
                  <a:pt x="36340" y="3325"/>
                </a:cubicBezTo>
                <a:lnTo>
                  <a:pt x="37286" y="3325"/>
                </a:lnTo>
                <a:lnTo>
                  <a:pt x="37286" y="4120"/>
                </a:lnTo>
                <a:lnTo>
                  <a:pt x="34728" y="4120"/>
                </a:lnTo>
                <a:lnTo>
                  <a:pt x="34728" y="3325"/>
                </a:lnTo>
                <a:lnTo>
                  <a:pt x="35674" y="3325"/>
                </a:lnTo>
                <a:cubicBezTo>
                  <a:pt x="35674" y="2719"/>
                  <a:pt x="35184" y="2229"/>
                  <a:pt x="34579" y="2229"/>
                </a:cubicBezTo>
                <a:cubicBezTo>
                  <a:pt x="33973" y="2229"/>
                  <a:pt x="33482" y="2720"/>
                  <a:pt x="33482" y="3325"/>
                </a:cubicBezTo>
                <a:lnTo>
                  <a:pt x="34429" y="3325"/>
                </a:lnTo>
                <a:lnTo>
                  <a:pt x="34429" y="4120"/>
                </a:lnTo>
                <a:lnTo>
                  <a:pt x="31282" y="4120"/>
                </a:lnTo>
                <a:lnTo>
                  <a:pt x="31282" y="364"/>
                </a:lnTo>
                <a:cubicBezTo>
                  <a:pt x="31282" y="164"/>
                  <a:pt x="31118" y="1"/>
                  <a:pt x="30918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2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7BCA196-A117-91B0-7849-3C07DB458A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30845" y="0"/>
            <a:ext cx="2755073" cy="1893195"/>
          </a:xfrm>
          <a:prstGeom prst="rect">
            <a:avLst/>
          </a:prstGeom>
        </p:spPr>
      </p:pic>
      <p:sp>
        <p:nvSpPr>
          <p:cNvPr id="5" name="Text 3">
            <a:extLst>
              <a:ext uri="{FF2B5EF4-FFF2-40B4-BE49-F238E27FC236}">
                <a16:creationId xmlns:a16="http://schemas.microsoft.com/office/drawing/2014/main" id="{E5EC42AD-2DDF-9353-3A53-BB2EB5D9A88D}"/>
              </a:ext>
            </a:extLst>
          </p:cNvPr>
          <p:cNvSpPr/>
          <p:nvPr/>
        </p:nvSpPr>
        <p:spPr>
          <a:xfrm>
            <a:off x="623072" y="2052034"/>
            <a:ext cx="544760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i="1" dirty="0">
                <a:solidFill>
                  <a:schemeClr val="tx1"/>
                </a:solidFill>
                <a:latin typeface="Mulish" panose="020B0604020202020204" charset="0"/>
                <a:ea typeface="Calibri" pitchFamily="34" charset="-122"/>
                <a:cs typeface="Calibri" pitchFamily="34" charset="-120"/>
              </a:rPr>
              <a:t>“Affordable energy intelligence for small and medium enterprises”</a:t>
            </a:r>
            <a:endParaRPr lang="en-US" dirty="0">
              <a:solidFill>
                <a:schemeClr val="tx1"/>
              </a:solidFill>
              <a:latin typeface="Mulish" panose="020B0604020202020204" charset="0"/>
            </a:endParaRPr>
          </a:p>
        </p:txBody>
      </p:sp>
      <p:sp>
        <p:nvSpPr>
          <p:cNvPr id="9" name="Text 4">
            <a:extLst>
              <a:ext uri="{FF2B5EF4-FFF2-40B4-BE49-F238E27FC236}">
                <a16:creationId xmlns:a16="http://schemas.microsoft.com/office/drawing/2014/main" id="{D3CE4FFA-CBA0-605B-7BE5-BDA7615096BF}"/>
              </a:ext>
            </a:extLst>
          </p:cNvPr>
          <p:cNvSpPr/>
          <p:nvPr/>
        </p:nvSpPr>
        <p:spPr>
          <a:xfrm>
            <a:off x="623072" y="2936359"/>
            <a:ext cx="4725953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buClrTx/>
              <a:buFontTx/>
              <a:buNone/>
            </a:pPr>
            <a:r>
              <a:rPr lang="en-US" dirty="0">
                <a:solidFill>
                  <a:schemeClr val="dk1"/>
                </a:solidFill>
                <a:latin typeface="Mulish"/>
                <a:sym typeface="Mulish"/>
              </a:rPr>
              <a:t>Saeed Sarwar Anas</a:t>
            </a:r>
          </a:p>
          <a:p>
            <a:pPr>
              <a:buClrTx/>
              <a:buFontTx/>
              <a:buNone/>
            </a:pPr>
            <a:r>
              <a:rPr lang="en-US" dirty="0">
                <a:solidFill>
                  <a:schemeClr val="dk1"/>
                </a:solidFill>
                <a:latin typeface="Mulish"/>
                <a:sym typeface="Mulish"/>
              </a:rPr>
              <a:t>Student No. 20068400   |   Supervisor: Dr Anwar Haq</a:t>
            </a:r>
          </a:p>
          <a:p>
            <a:pPr>
              <a:buClrTx/>
              <a:buFontTx/>
              <a:buNone/>
            </a:pPr>
            <a:r>
              <a:rPr lang="en-US" dirty="0">
                <a:solidFill>
                  <a:schemeClr val="dk1"/>
                </a:solidFill>
                <a:latin typeface="Mulish"/>
                <a:sym typeface="Mulish"/>
              </a:rPr>
              <a:t>MSc Computer Science (COM748)   |   Ulster University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p31"/>
          <p:cNvSpPr txBox="1">
            <a:spLocks noGrp="1"/>
          </p:cNvSpPr>
          <p:nvPr>
            <p:ph type="title"/>
          </p:nvPr>
        </p:nvSpPr>
        <p:spPr>
          <a:xfrm>
            <a:off x="720000" y="407832"/>
            <a:ext cx="7704000" cy="51355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lt1"/>
                </a:solidFill>
                <a:sym typeface="Arial"/>
              </a:rPr>
              <a:t>Contents</a:t>
            </a:r>
            <a:endParaRPr dirty="0">
              <a:solidFill>
                <a:schemeClr val="lt1"/>
              </a:solidFill>
              <a:sym typeface="Arial"/>
            </a:endParaRP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E4BE9B14-A283-D854-CBA5-402D73ACBE41}"/>
              </a:ext>
            </a:extLst>
          </p:cNvPr>
          <p:cNvSpPr/>
          <p:nvPr/>
        </p:nvSpPr>
        <p:spPr>
          <a:xfrm>
            <a:off x="751697" y="978041"/>
            <a:ext cx="2141757" cy="3187418"/>
          </a:xfrm>
          <a:prstGeom prst="roundRect">
            <a:avLst>
              <a:gd name="adj" fmla="val 2597"/>
            </a:avLst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</p:sp>
      <p:sp>
        <p:nvSpPr>
          <p:cNvPr id="6" name="Shape 2">
            <a:extLst>
              <a:ext uri="{FF2B5EF4-FFF2-40B4-BE49-F238E27FC236}">
                <a16:creationId xmlns:a16="http://schemas.microsoft.com/office/drawing/2014/main" id="{0D19198D-CC49-6E32-6D44-80E2D4EF6AEB}"/>
              </a:ext>
            </a:extLst>
          </p:cNvPr>
          <p:cNvSpPr/>
          <p:nvPr/>
        </p:nvSpPr>
        <p:spPr>
          <a:xfrm>
            <a:off x="3413343" y="962149"/>
            <a:ext cx="2141757" cy="3187418"/>
          </a:xfrm>
          <a:prstGeom prst="roundRect">
            <a:avLst>
              <a:gd name="adj" fmla="val 2597"/>
            </a:avLst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</p:sp>
      <p:sp>
        <p:nvSpPr>
          <p:cNvPr id="8" name="Shape 2">
            <a:extLst>
              <a:ext uri="{FF2B5EF4-FFF2-40B4-BE49-F238E27FC236}">
                <a16:creationId xmlns:a16="http://schemas.microsoft.com/office/drawing/2014/main" id="{62733FD2-15A1-81FB-7421-0009CCAF723F}"/>
              </a:ext>
            </a:extLst>
          </p:cNvPr>
          <p:cNvSpPr/>
          <p:nvPr/>
        </p:nvSpPr>
        <p:spPr>
          <a:xfrm>
            <a:off x="6132918" y="978041"/>
            <a:ext cx="2212591" cy="3187418"/>
          </a:xfrm>
          <a:prstGeom prst="roundRect">
            <a:avLst>
              <a:gd name="adj" fmla="val 2597"/>
            </a:avLst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</p:sp>
      <p:sp>
        <p:nvSpPr>
          <p:cNvPr id="10" name="Text 3">
            <a:extLst>
              <a:ext uri="{FF2B5EF4-FFF2-40B4-BE49-F238E27FC236}">
                <a16:creationId xmlns:a16="http://schemas.microsoft.com/office/drawing/2014/main" id="{399389FC-A4EF-5ADC-AF94-F9AD9F371313}"/>
              </a:ext>
            </a:extLst>
          </p:cNvPr>
          <p:cNvSpPr/>
          <p:nvPr/>
        </p:nvSpPr>
        <p:spPr>
          <a:xfrm>
            <a:off x="869324" y="1324377"/>
            <a:ext cx="1850264" cy="24947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200"/>
              </a:spcAft>
              <a:buNone/>
            </a:pPr>
            <a:r>
              <a:rPr lang="en-US" sz="1100" dirty="0">
                <a:solidFill>
                  <a:schemeClr val="dk1"/>
                </a:solidFill>
                <a:latin typeface="Mulish"/>
              </a:rPr>
              <a:t>1  Introduction</a:t>
            </a:r>
          </a:p>
          <a:p>
            <a:pPr marL="0" indent="0">
              <a:spcAft>
                <a:spcPts val="1200"/>
              </a:spcAft>
              <a:buNone/>
            </a:pPr>
            <a:r>
              <a:rPr lang="en-US" sz="1100" dirty="0">
                <a:solidFill>
                  <a:schemeClr val="dk1"/>
                </a:solidFill>
                <a:latin typeface="Mulish"/>
              </a:rPr>
              <a:t>2  Research Background</a:t>
            </a:r>
          </a:p>
          <a:p>
            <a:pPr marL="0" indent="0">
              <a:spcAft>
                <a:spcPts val="1200"/>
              </a:spcAft>
              <a:buNone/>
            </a:pPr>
            <a:r>
              <a:rPr lang="en-US" sz="1100" dirty="0">
                <a:solidFill>
                  <a:schemeClr val="dk1"/>
                </a:solidFill>
                <a:latin typeface="Mulish"/>
              </a:rPr>
              <a:t>3  Problem &amp; Research Gap</a:t>
            </a:r>
          </a:p>
          <a:p>
            <a:pPr marL="0" indent="0">
              <a:spcAft>
                <a:spcPts val="1200"/>
              </a:spcAft>
              <a:buNone/>
            </a:pPr>
            <a:r>
              <a:rPr lang="en-US" sz="1100" dirty="0">
                <a:solidFill>
                  <a:schemeClr val="dk1"/>
                </a:solidFill>
                <a:latin typeface="Mulish"/>
              </a:rPr>
              <a:t>4  Aim &amp; Objectives</a:t>
            </a:r>
          </a:p>
          <a:p>
            <a:pPr marL="0" indent="0">
              <a:spcAft>
                <a:spcPts val="1200"/>
              </a:spcAft>
              <a:buNone/>
            </a:pPr>
            <a:r>
              <a:rPr lang="en-US" sz="1100" dirty="0">
                <a:solidFill>
                  <a:schemeClr val="dk1"/>
                </a:solidFill>
                <a:latin typeface="Mulish"/>
              </a:rPr>
              <a:t>5  Pipeline Architecture</a:t>
            </a:r>
          </a:p>
          <a:p>
            <a:pPr marL="0" indent="0">
              <a:spcAft>
                <a:spcPts val="1200"/>
              </a:spcAft>
              <a:buNone/>
            </a:pPr>
            <a:r>
              <a:rPr lang="en-US" sz="1100" dirty="0">
                <a:solidFill>
                  <a:schemeClr val="dk1"/>
                </a:solidFill>
                <a:latin typeface="Mulish"/>
              </a:rPr>
              <a:t>6  Data Collection</a:t>
            </a:r>
          </a:p>
          <a:p>
            <a:pPr marL="0" indent="0">
              <a:spcAft>
                <a:spcPts val="1200"/>
              </a:spcAft>
              <a:buNone/>
            </a:pPr>
            <a:r>
              <a:rPr lang="en-US" sz="1100" dirty="0">
                <a:solidFill>
                  <a:schemeClr val="dk1"/>
                </a:solidFill>
                <a:latin typeface="Mulish"/>
              </a:rPr>
              <a:t>7  Key Design Decisions</a:t>
            </a:r>
          </a:p>
        </p:txBody>
      </p:sp>
      <p:sp>
        <p:nvSpPr>
          <p:cNvPr id="12" name="Text 3">
            <a:extLst>
              <a:ext uri="{FF2B5EF4-FFF2-40B4-BE49-F238E27FC236}">
                <a16:creationId xmlns:a16="http://schemas.microsoft.com/office/drawing/2014/main" id="{C3EEBA77-8884-BF4E-49CA-2BC6FF1EE8CC}"/>
              </a:ext>
            </a:extLst>
          </p:cNvPr>
          <p:cNvSpPr/>
          <p:nvPr/>
        </p:nvSpPr>
        <p:spPr>
          <a:xfrm>
            <a:off x="3570894" y="1324377"/>
            <a:ext cx="1826653" cy="24947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200"/>
              </a:spcAft>
              <a:buNone/>
            </a:pPr>
            <a:r>
              <a:rPr lang="en-US" sz="1100" dirty="0">
                <a:solidFill>
                  <a:srgbClr val="13293D"/>
                </a:solidFill>
                <a:latin typeface="Mulish" panose="020B0604020202020204" charset="0"/>
                <a:ea typeface="Calibri" pitchFamily="34" charset="-122"/>
                <a:cs typeface="Calibri" pitchFamily="34" charset="-120"/>
              </a:rPr>
              <a:t>8  Final System Architecture</a:t>
            </a:r>
            <a:endParaRPr lang="en-US" sz="1100" dirty="0">
              <a:latin typeface="Mulish" panose="020B0604020202020204" charset="0"/>
            </a:endParaRPr>
          </a:p>
          <a:p>
            <a:pPr marL="0" indent="0">
              <a:spcAft>
                <a:spcPts val="1200"/>
              </a:spcAft>
              <a:buNone/>
            </a:pPr>
            <a:r>
              <a:rPr lang="en-US" sz="1100" dirty="0">
                <a:solidFill>
                  <a:srgbClr val="13293D"/>
                </a:solidFill>
                <a:latin typeface="Mulish" panose="020B0604020202020204" charset="0"/>
                <a:ea typeface="Calibri" pitchFamily="34" charset="-122"/>
                <a:cs typeface="Calibri" pitchFamily="34" charset="-120"/>
              </a:rPr>
              <a:t>9  Algorithmic Workflow</a:t>
            </a:r>
            <a:endParaRPr lang="en-US" sz="1100" dirty="0">
              <a:latin typeface="Mulish" panose="020B0604020202020204" charset="0"/>
            </a:endParaRPr>
          </a:p>
          <a:p>
            <a:pPr marL="0" indent="0">
              <a:spcAft>
                <a:spcPts val="1200"/>
              </a:spcAft>
              <a:buNone/>
            </a:pPr>
            <a:r>
              <a:rPr lang="en-US" sz="1100" dirty="0">
                <a:solidFill>
                  <a:srgbClr val="13293D"/>
                </a:solidFill>
                <a:latin typeface="Mulish" panose="020B0604020202020204" charset="0"/>
                <a:ea typeface="Calibri" pitchFamily="34" charset="-122"/>
                <a:cs typeface="Calibri" pitchFamily="34" charset="-120"/>
              </a:rPr>
              <a:t>10  Prototype Evidence</a:t>
            </a:r>
            <a:endParaRPr lang="en-US" sz="1100" dirty="0">
              <a:latin typeface="Mulish" panose="020B0604020202020204" charset="0"/>
            </a:endParaRPr>
          </a:p>
          <a:p>
            <a:pPr marL="0" indent="0">
              <a:spcAft>
                <a:spcPts val="1200"/>
              </a:spcAft>
              <a:buNone/>
            </a:pPr>
            <a:r>
              <a:rPr lang="en-US" sz="1100" dirty="0">
                <a:solidFill>
                  <a:srgbClr val="13293D"/>
                </a:solidFill>
                <a:latin typeface="Mulish" panose="020B0604020202020204" charset="0"/>
                <a:ea typeface="Calibri" pitchFamily="34" charset="-122"/>
                <a:cs typeface="Calibri" pitchFamily="34" charset="-120"/>
              </a:rPr>
              <a:t>11  Generated Output</a:t>
            </a:r>
            <a:endParaRPr lang="en-US" sz="1100" dirty="0">
              <a:latin typeface="Mulish" panose="020B0604020202020204" charset="0"/>
            </a:endParaRPr>
          </a:p>
          <a:p>
            <a:pPr marL="0" indent="0">
              <a:spcAft>
                <a:spcPts val="1200"/>
              </a:spcAft>
              <a:buNone/>
            </a:pPr>
            <a:r>
              <a:rPr lang="en-US" sz="1100" dirty="0">
                <a:solidFill>
                  <a:srgbClr val="13293D"/>
                </a:solidFill>
                <a:latin typeface="Mulish" panose="020B0604020202020204" charset="0"/>
                <a:ea typeface="Calibri" pitchFamily="34" charset="-122"/>
                <a:cs typeface="Calibri" pitchFamily="34" charset="-120"/>
              </a:rPr>
              <a:t>12  Validation Evidence</a:t>
            </a:r>
            <a:endParaRPr lang="en-US" sz="1100" dirty="0">
              <a:latin typeface="Mulish" panose="020B0604020202020204" charset="0"/>
            </a:endParaRPr>
          </a:p>
          <a:p>
            <a:pPr marL="0" indent="0">
              <a:spcAft>
                <a:spcPts val="1200"/>
              </a:spcAft>
              <a:buNone/>
            </a:pPr>
            <a:r>
              <a:rPr lang="en-US" sz="1100" dirty="0">
                <a:solidFill>
                  <a:srgbClr val="13293D"/>
                </a:solidFill>
                <a:latin typeface="Mulish" panose="020B0604020202020204" charset="0"/>
                <a:ea typeface="Calibri" pitchFamily="34" charset="-122"/>
                <a:cs typeface="Calibri" pitchFamily="34" charset="-120"/>
              </a:rPr>
              <a:t>13  Results &amp; Evaluation</a:t>
            </a:r>
            <a:endParaRPr lang="en-US" sz="1100" dirty="0">
              <a:latin typeface="Mulish" panose="020B0604020202020204" charset="0"/>
            </a:endParaRPr>
          </a:p>
          <a:p>
            <a:pPr marL="0" indent="0">
              <a:spcAft>
                <a:spcPts val="1200"/>
              </a:spcAft>
              <a:buNone/>
            </a:pPr>
            <a:r>
              <a:rPr lang="en-US" sz="1100" dirty="0">
                <a:solidFill>
                  <a:srgbClr val="13293D"/>
                </a:solidFill>
                <a:latin typeface="Mulish" panose="020B0604020202020204" charset="0"/>
                <a:ea typeface="Calibri" pitchFamily="34" charset="-122"/>
                <a:cs typeface="Calibri" pitchFamily="34" charset="-120"/>
              </a:rPr>
              <a:t>14  Baseline vs Proposed</a:t>
            </a:r>
            <a:endParaRPr lang="en-US" sz="1100" dirty="0">
              <a:latin typeface="Mulish" panose="020B0604020202020204" charset="0"/>
            </a:endParaRPr>
          </a:p>
        </p:txBody>
      </p:sp>
      <p:sp>
        <p:nvSpPr>
          <p:cNvPr id="14" name="Text 3">
            <a:extLst>
              <a:ext uri="{FF2B5EF4-FFF2-40B4-BE49-F238E27FC236}">
                <a16:creationId xmlns:a16="http://schemas.microsoft.com/office/drawing/2014/main" id="{92BC96D0-F3B4-AE84-2583-BDB40660D12B}"/>
              </a:ext>
            </a:extLst>
          </p:cNvPr>
          <p:cNvSpPr/>
          <p:nvPr/>
        </p:nvSpPr>
        <p:spPr>
          <a:xfrm>
            <a:off x="6224787" y="1327061"/>
            <a:ext cx="2049889" cy="24947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200"/>
              </a:spcAft>
              <a:buNone/>
            </a:pPr>
            <a:r>
              <a:rPr lang="en-US" sz="1100" dirty="0">
                <a:solidFill>
                  <a:srgbClr val="13293D"/>
                </a:solidFill>
                <a:latin typeface="Mulish" panose="020B0604020202020204" charset="0"/>
                <a:ea typeface="Calibri" pitchFamily="34" charset="-122"/>
                <a:cs typeface="Calibri" pitchFamily="34" charset="-120"/>
              </a:rPr>
              <a:t>15  Performance Benchmarks</a:t>
            </a:r>
            <a:endParaRPr lang="en-US" sz="1100" dirty="0">
              <a:latin typeface="Mulish" panose="020B0604020202020204" charset="0"/>
            </a:endParaRPr>
          </a:p>
          <a:p>
            <a:pPr marL="0" indent="0">
              <a:spcAft>
                <a:spcPts val="1200"/>
              </a:spcAft>
              <a:buNone/>
            </a:pPr>
            <a:r>
              <a:rPr lang="en-US" sz="1100" dirty="0">
                <a:solidFill>
                  <a:srgbClr val="13293D"/>
                </a:solidFill>
                <a:latin typeface="Mulish" panose="020B0604020202020204" charset="0"/>
                <a:ea typeface="Calibri" pitchFamily="34" charset="-122"/>
                <a:cs typeface="Calibri" pitchFamily="34" charset="-120"/>
              </a:rPr>
              <a:t>16  Validation Flow</a:t>
            </a:r>
            <a:endParaRPr lang="en-US" sz="1100" dirty="0">
              <a:latin typeface="Mulish" panose="020B0604020202020204" charset="0"/>
            </a:endParaRPr>
          </a:p>
          <a:p>
            <a:pPr marL="0" indent="0">
              <a:spcAft>
                <a:spcPts val="1200"/>
              </a:spcAft>
              <a:buNone/>
            </a:pPr>
            <a:r>
              <a:rPr lang="en-US" sz="1100" dirty="0">
                <a:solidFill>
                  <a:srgbClr val="13293D"/>
                </a:solidFill>
                <a:latin typeface="Mulish" panose="020B0604020202020204" charset="0"/>
                <a:ea typeface="Calibri" pitchFamily="34" charset="-122"/>
                <a:cs typeface="Calibri" pitchFamily="34" charset="-120"/>
              </a:rPr>
              <a:t>17  Critical Reflection</a:t>
            </a:r>
            <a:endParaRPr lang="en-US" sz="1100" dirty="0">
              <a:latin typeface="Mulish" panose="020B0604020202020204" charset="0"/>
            </a:endParaRPr>
          </a:p>
          <a:p>
            <a:pPr marL="0" indent="0">
              <a:spcAft>
                <a:spcPts val="1200"/>
              </a:spcAft>
              <a:buNone/>
            </a:pPr>
            <a:r>
              <a:rPr lang="en-US" sz="1100" dirty="0">
                <a:solidFill>
                  <a:srgbClr val="13293D"/>
                </a:solidFill>
                <a:latin typeface="Mulish" panose="020B0604020202020204" charset="0"/>
                <a:ea typeface="Calibri" pitchFamily="34" charset="-122"/>
                <a:cs typeface="Calibri" pitchFamily="34" charset="-120"/>
              </a:rPr>
              <a:t>18  Contribution &amp; Future Work</a:t>
            </a:r>
            <a:endParaRPr lang="en-US" sz="1100" dirty="0">
              <a:latin typeface="Mulish" panose="020B0604020202020204" charset="0"/>
            </a:endParaRPr>
          </a:p>
          <a:p>
            <a:pPr marL="0" indent="0">
              <a:spcAft>
                <a:spcPts val="1200"/>
              </a:spcAft>
              <a:buNone/>
            </a:pPr>
            <a:r>
              <a:rPr lang="en-US" sz="1100" dirty="0">
                <a:solidFill>
                  <a:srgbClr val="13293D"/>
                </a:solidFill>
                <a:latin typeface="Mulish" panose="020B0604020202020204" charset="0"/>
                <a:ea typeface="Calibri" pitchFamily="34" charset="-122"/>
                <a:cs typeface="Calibri" pitchFamily="34" charset="-120"/>
              </a:rPr>
              <a:t>19  References</a:t>
            </a:r>
            <a:endParaRPr lang="en-US" sz="1100" dirty="0">
              <a:latin typeface="Mulish" panose="020B060402020202020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p32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5163834" cy="88576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2500" dirty="0"/>
              <a:t>A third of the world’s energy is used by industry</a:t>
            </a:r>
            <a:endParaRPr sz="25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3A919877-23A9-6F62-C68C-0F0233F264D5}"/>
              </a:ext>
            </a:extLst>
          </p:cNvPr>
          <p:cNvSpPr/>
          <p:nvPr/>
        </p:nvSpPr>
        <p:spPr>
          <a:xfrm>
            <a:off x="792910" y="1347560"/>
            <a:ext cx="4624803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i="1" dirty="0">
                <a:solidFill>
                  <a:schemeClr val="tx1"/>
                </a:solidFill>
                <a:latin typeface="Mulish" panose="020B0604020202020204" charset="0"/>
                <a:ea typeface="Calibri" pitchFamily="34" charset="-122"/>
                <a:cs typeface="Calibri" pitchFamily="34" charset="-120"/>
              </a:rPr>
              <a:t>Most small businesses cannot see a single watt of it.</a:t>
            </a:r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BB311765-FF14-3353-6055-D5D71C1FB05F}"/>
              </a:ext>
            </a:extLst>
          </p:cNvPr>
          <p:cNvSpPr/>
          <p:nvPr/>
        </p:nvSpPr>
        <p:spPr>
          <a:xfrm>
            <a:off x="715024" y="2368425"/>
            <a:ext cx="1823913" cy="1828800"/>
          </a:xfrm>
          <a:prstGeom prst="roundRect">
            <a:avLst>
              <a:gd name="adj" fmla="val 5000"/>
            </a:avLst>
          </a:prstGeom>
          <a:solidFill>
            <a:srgbClr val="065A82">
              <a:alpha val="65000"/>
            </a:srgbClr>
          </a:solidFill>
          <a:ln w="12700">
            <a:solidFill>
              <a:srgbClr val="3E7A9C"/>
            </a:solidFill>
            <a:prstDash val="solid"/>
          </a:ln>
        </p:spPr>
      </p:sp>
      <p:sp>
        <p:nvSpPr>
          <p:cNvPr id="7" name="Shape 2">
            <a:extLst>
              <a:ext uri="{FF2B5EF4-FFF2-40B4-BE49-F238E27FC236}">
                <a16:creationId xmlns:a16="http://schemas.microsoft.com/office/drawing/2014/main" id="{E568C83A-1A4E-4D3C-D280-016AFA582E64}"/>
              </a:ext>
            </a:extLst>
          </p:cNvPr>
          <p:cNvSpPr/>
          <p:nvPr/>
        </p:nvSpPr>
        <p:spPr>
          <a:xfrm>
            <a:off x="2638617" y="2368425"/>
            <a:ext cx="1823913" cy="1828800"/>
          </a:xfrm>
          <a:prstGeom prst="roundRect">
            <a:avLst>
              <a:gd name="adj" fmla="val 5000"/>
            </a:avLst>
          </a:prstGeom>
          <a:solidFill>
            <a:srgbClr val="065A82">
              <a:alpha val="65000"/>
            </a:srgbClr>
          </a:solidFill>
          <a:ln w="12700">
            <a:solidFill>
              <a:srgbClr val="3E7A9C"/>
            </a:solidFill>
            <a:prstDash val="solid"/>
          </a:ln>
        </p:spPr>
      </p:sp>
      <p:sp>
        <p:nvSpPr>
          <p:cNvPr id="9" name="Shape 2">
            <a:extLst>
              <a:ext uri="{FF2B5EF4-FFF2-40B4-BE49-F238E27FC236}">
                <a16:creationId xmlns:a16="http://schemas.microsoft.com/office/drawing/2014/main" id="{38D24DFF-8DEF-8BD2-C106-CA725A1ECB25}"/>
              </a:ext>
            </a:extLst>
          </p:cNvPr>
          <p:cNvSpPr/>
          <p:nvPr/>
        </p:nvSpPr>
        <p:spPr>
          <a:xfrm>
            <a:off x="4564009" y="2368425"/>
            <a:ext cx="1823913" cy="1828800"/>
          </a:xfrm>
          <a:prstGeom prst="roundRect">
            <a:avLst>
              <a:gd name="adj" fmla="val 5000"/>
            </a:avLst>
          </a:prstGeom>
          <a:solidFill>
            <a:srgbClr val="065A82">
              <a:alpha val="65000"/>
            </a:srgbClr>
          </a:solidFill>
          <a:ln w="12700">
            <a:solidFill>
              <a:srgbClr val="3E7A9C"/>
            </a:solidFill>
            <a:prstDash val="solid"/>
          </a:ln>
        </p:spPr>
      </p:sp>
      <p:sp>
        <p:nvSpPr>
          <p:cNvPr id="11" name="Text 3">
            <a:extLst>
              <a:ext uri="{FF2B5EF4-FFF2-40B4-BE49-F238E27FC236}">
                <a16:creationId xmlns:a16="http://schemas.microsoft.com/office/drawing/2014/main" id="{C3DAEDDF-84BD-7A69-6570-5321A592D4BA}"/>
              </a:ext>
            </a:extLst>
          </p:cNvPr>
          <p:cNvSpPr/>
          <p:nvPr/>
        </p:nvSpPr>
        <p:spPr>
          <a:xfrm>
            <a:off x="615346" y="2662658"/>
            <a:ext cx="2023271" cy="13169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£10,000s</a:t>
            </a:r>
            <a:b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</a:br>
            <a:endParaRPr lang="en-US" sz="2400" b="1" dirty="0">
              <a:solidFill>
                <a:srgbClr val="FFFFFF"/>
              </a:solidFill>
              <a:latin typeface="Cambria" pitchFamily="34" charset="0"/>
              <a:ea typeface="Cambria" pitchFamily="34" charset="-122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C6DBE8"/>
                </a:solidFill>
                <a:effectLst/>
                <a:uLnTx/>
                <a:uFillTx/>
                <a:latin typeface="Mulish" panose="020B0604020202020204" charset="0"/>
                <a:ea typeface="Calibri" pitchFamily="34" charset="-122"/>
                <a:cs typeface="Calibri" pitchFamily="34" charset="-120"/>
              </a:rPr>
              <a:t>Cost of commercial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ulish" panose="020B0604020202020204" charset="0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C6DBE8"/>
                </a:solidFill>
                <a:effectLst/>
                <a:uLnTx/>
                <a:uFillTx/>
                <a:latin typeface="Mulish" panose="020B0604020202020204" charset="0"/>
                <a:ea typeface="Calibri" pitchFamily="34" charset="-122"/>
                <a:cs typeface="Calibri" pitchFamily="34" charset="-120"/>
              </a:rPr>
              <a:t>monitoring systems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ulish" panose="020B0604020202020204" charset="0"/>
              <a:ea typeface="+mn-ea"/>
              <a:cs typeface="+mn-cs"/>
            </a:endParaRPr>
          </a:p>
          <a:p>
            <a:pPr marL="0" indent="0" algn="ctr">
              <a:buNone/>
            </a:pPr>
            <a:endParaRPr lang="en-US" sz="2400" dirty="0"/>
          </a:p>
        </p:txBody>
      </p:sp>
      <p:sp>
        <p:nvSpPr>
          <p:cNvPr id="13" name="Text 3">
            <a:extLst>
              <a:ext uri="{FF2B5EF4-FFF2-40B4-BE49-F238E27FC236}">
                <a16:creationId xmlns:a16="http://schemas.microsoft.com/office/drawing/2014/main" id="{C19A65C4-663F-B133-6754-A321FA37A447}"/>
              </a:ext>
            </a:extLst>
          </p:cNvPr>
          <p:cNvSpPr/>
          <p:nvPr/>
        </p:nvSpPr>
        <p:spPr>
          <a:xfrm>
            <a:off x="2439259" y="2654072"/>
            <a:ext cx="2023271" cy="13169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£30</a:t>
            </a:r>
            <a:b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</a:br>
            <a:endParaRPr lang="en-US" sz="2400" b="1" dirty="0">
              <a:solidFill>
                <a:srgbClr val="FFFFFF"/>
              </a:solidFill>
              <a:latin typeface="Cambria" pitchFamily="34" charset="0"/>
              <a:ea typeface="Cambria" pitchFamily="34" charset="-122"/>
            </a:endParaRPr>
          </a:p>
          <a:p>
            <a:pPr algn="ctr">
              <a:buClrTx/>
              <a:defRPr/>
            </a:pPr>
            <a:r>
              <a:rPr lang="en-US" sz="1200" kern="1200" dirty="0">
                <a:solidFill>
                  <a:srgbClr val="C6DBE8"/>
                </a:solidFill>
                <a:latin typeface="Mulish" panose="020B0604020202020204" charset="0"/>
                <a:ea typeface="Calibri" pitchFamily="34" charset="-122"/>
                <a:cs typeface="Calibri" pitchFamily="34" charset="-120"/>
              </a:rPr>
              <a:t>Cost of the hardware</a:t>
            </a:r>
          </a:p>
          <a:p>
            <a:pPr algn="ctr">
              <a:buClrTx/>
              <a:defRPr/>
            </a:pPr>
            <a:r>
              <a:rPr lang="en-US" sz="1200" kern="1200" dirty="0">
                <a:solidFill>
                  <a:srgbClr val="C6DBE8"/>
                </a:solidFill>
                <a:latin typeface="Mulish" panose="020B0604020202020204" charset="0"/>
                <a:ea typeface="Calibri" pitchFamily="34" charset="-122"/>
                <a:cs typeface="Calibri" pitchFamily="34" charset="-120"/>
              </a:rPr>
              <a:t>used in this project</a:t>
            </a:r>
          </a:p>
          <a:p>
            <a:pPr marL="0" indent="0" algn="ctr">
              <a:buNone/>
            </a:pPr>
            <a:endParaRPr lang="en-US" sz="2400" dirty="0"/>
          </a:p>
        </p:txBody>
      </p:sp>
      <p:sp>
        <p:nvSpPr>
          <p:cNvPr id="15" name="Text 3">
            <a:extLst>
              <a:ext uri="{FF2B5EF4-FFF2-40B4-BE49-F238E27FC236}">
                <a16:creationId xmlns:a16="http://schemas.microsoft.com/office/drawing/2014/main" id="{73F52E62-1AFD-1E4B-C36D-046D9C88EF69}"/>
              </a:ext>
            </a:extLst>
          </p:cNvPr>
          <p:cNvSpPr/>
          <p:nvPr/>
        </p:nvSpPr>
        <p:spPr>
          <a:xfrm>
            <a:off x="4406077" y="2662658"/>
            <a:ext cx="2023271" cy="13169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b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</a:br>
            <a:endParaRPr lang="en-US" sz="2400" b="1" dirty="0">
              <a:solidFill>
                <a:srgbClr val="FFFFFF"/>
              </a:solidFill>
              <a:latin typeface="Cambria" pitchFamily="34" charset="0"/>
              <a:ea typeface="Cambria" pitchFamily="34" charset="-122"/>
            </a:endParaRPr>
          </a:p>
          <a:p>
            <a:pPr marL="0" indent="0" algn="ctr">
              <a:buNone/>
            </a:pPr>
            <a:r>
              <a:rPr lang="en-US" sz="1200" dirty="0">
                <a:solidFill>
                  <a:srgbClr val="C6DBE8"/>
                </a:solidFill>
                <a:latin typeface="Mulish" panose="020B0604020202020204" charset="0"/>
                <a:ea typeface="Calibri" pitchFamily="34" charset="-122"/>
                <a:cs typeface="Calibri" pitchFamily="34" charset="-120"/>
              </a:rPr>
              <a:t>Labelled fault data</a:t>
            </a:r>
            <a:endParaRPr lang="en-US" sz="1200" dirty="0">
              <a:latin typeface="Mulish" panose="020B0604020202020204" charset="0"/>
            </a:endParaRPr>
          </a:p>
          <a:p>
            <a:pPr marL="0" indent="0" algn="ctr">
              <a:buNone/>
            </a:pPr>
            <a:r>
              <a:rPr lang="en-US" sz="1200" dirty="0">
                <a:solidFill>
                  <a:srgbClr val="C6DBE8"/>
                </a:solidFill>
                <a:latin typeface="Mulish" panose="020B0604020202020204" charset="0"/>
                <a:ea typeface="Calibri" pitchFamily="34" charset="-122"/>
                <a:cs typeface="Calibri" pitchFamily="34" charset="-120"/>
              </a:rPr>
              <a:t>available in practice</a:t>
            </a:r>
            <a:endParaRPr lang="en-US" sz="1200" dirty="0">
              <a:latin typeface="Mulish" panose="020B0604020202020204" charset="0"/>
            </a:endParaRPr>
          </a:p>
          <a:p>
            <a:pPr marL="0" indent="0" algn="ctr">
              <a:buNone/>
            </a:pPr>
            <a:endParaRPr lang="en-US" sz="240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2DCDDCA0-51A9-1FE9-A830-4D8FEBECFB6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2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713044" y="1347560"/>
            <a:ext cx="1333510" cy="286704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p33"/>
          <p:cNvSpPr txBox="1">
            <a:spLocks noGrp="1"/>
          </p:cNvSpPr>
          <p:nvPr>
            <p:ph type="title"/>
          </p:nvPr>
        </p:nvSpPr>
        <p:spPr>
          <a:xfrm>
            <a:off x="680396" y="452083"/>
            <a:ext cx="5151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l"/>
            <a:r>
              <a:rPr lang="en-US" dirty="0"/>
              <a:t>Research Background</a:t>
            </a:r>
          </a:p>
        </p:txBody>
      </p:sp>
      <p:sp>
        <p:nvSpPr>
          <p:cNvPr id="17" name="Shape 2">
            <a:extLst>
              <a:ext uri="{FF2B5EF4-FFF2-40B4-BE49-F238E27FC236}">
                <a16:creationId xmlns:a16="http://schemas.microsoft.com/office/drawing/2014/main" id="{EF4EA62F-BACB-C8CA-7E23-885134A1DF9E}"/>
              </a:ext>
            </a:extLst>
          </p:cNvPr>
          <p:cNvSpPr/>
          <p:nvPr/>
        </p:nvSpPr>
        <p:spPr>
          <a:xfrm>
            <a:off x="693275" y="1108794"/>
            <a:ext cx="8203537" cy="816853"/>
          </a:xfrm>
          <a:prstGeom prst="roundRect">
            <a:avLst>
              <a:gd name="adj" fmla="val 10000"/>
            </a:avLst>
          </a:prstGeom>
          <a:solidFill>
            <a:srgbClr val="F4F7FA"/>
          </a:solidFill>
          <a:ln w="12700">
            <a:solidFill>
              <a:srgbClr val="E1E8EF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8" name="Google Shape;576;p33">
            <a:extLst>
              <a:ext uri="{FF2B5EF4-FFF2-40B4-BE49-F238E27FC236}">
                <a16:creationId xmlns:a16="http://schemas.microsoft.com/office/drawing/2014/main" id="{B7A3275D-1B17-3DD3-A12D-01C03381D0AE}"/>
              </a:ext>
            </a:extLst>
          </p:cNvPr>
          <p:cNvSpPr txBox="1">
            <a:spLocks/>
          </p:cNvSpPr>
          <p:nvPr/>
        </p:nvSpPr>
        <p:spPr>
          <a:xfrm>
            <a:off x="794160" y="1230870"/>
            <a:ext cx="781800" cy="572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Goldman"/>
              <a:buNone/>
              <a:defRPr sz="3000" b="0" i="0" u="none" strike="noStrike" cap="none" spc="0">
                <a:solidFill>
                  <a:schemeClr val="dk1"/>
                </a:solidFill>
                <a:latin typeface="Goldman"/>
                <a:ea typeface="Goldman"/>
                <a:cs typeface="Goldman"/>
                <a:sym typeface="Gold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Goldman"/>
              <a:buNone/>
              <a:defRPr sz="3000" b="0" i="0" u="none" strike="noStrike" cap="none" spc="0">
                <a:solidFill>
                  <a:schemeClr val="dk1"/>
                </a:solidFill>
                <a:latin typeface="Goldman"/>
                <a:ea typeface="Goldman"/>
                <a:cs typeface="Goldman"/>
                <a:sym typeface="Goldman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Goldman"/>
              <a:buNone/>
              <a:defRPr sz="3000" b="0" i="0" u="none" strike="noStrike" cap="none" spc="0">
                <a:solidFill>
                  <a:schemeClr val="dk1"/>
                </a:solidFill>
                <a:latin typeface="Goldman"/>
                <a:ea typeface="Goldman"/>
                <a:cs typeface="Goldman"/>
                <a:sym typeface="Goldman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Goldman"/>
              <a:buNone/>
              <a:defRPr sz="3000" b="0" i="0" u="none" strike="noStrike" cap="none" spc="0">
                <a:solidFill>
                  <a:schemeClr val="dk1"/>
                </a:solidFill>
                <a:latin typeface="Goldman"/>
                <a:ea typeface="Goldman"/>
                <a:cs typeface="Goldman"/>
                <a:sym typeface="Goldman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Goldman"/>
              <a:buNone/>
              <a:defRPr sz="3000" b="0" i="0" u="none" strike="noStrike" cap="none" spc="0">
                <a:solidFill>
                  <a:schemeClr val="dk1"/>
                </a:solidFill>
                <a:latin typeface="Goldman"/>
                <a:ea typeface="Goldman"/>
                <a:cs typeface="Goldman"/>
                <a:sym typeface="Goldman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Goldman"/>
              <a:buNone/>
              <a:defRPr sz="3000" b="0" i="0" u="none" strike="noStrike" cap="none" spc="0">
                <a:solidFill>
                  <a:schemeClr val="dk1"/>
                </a:solidFill>
                <a:latin typeface="Goldman"/>
                <a:ea typeface="Goldman"/>
                <a:cs typeface="Goldman"/>
                <a:sym typeface="Goldman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Goldman"/>
              <a:buNone/>
              <a:defRPr sz="3000" b="0" i="0" u="none" strike="noStrike" cap="none" spc="0">
                <a:solidFill>
                  <a:schemeClr val="dk1"/>
                </a:solidFill>
                <a:latin typeface="Goldman"/>
                <a:ea typeface="Goldman"/>
                <a:cs typeface="Goldman"/>
                <a:sym typeface="Goldman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Goldman"/>
              <a:buNone/>
              <a:defRPr sz="3000" b="0" i="0" u="none" strike="noStrike" cap="none" spc="0">
                <a:solidFill>
                  <a:schemeClr val="dk1"/>
                </a:solidFill>
                <a:latin typeface="Goldman"/>
                <a:ea typeface="Goldman"/>
                <a:cs typeface="Goldman"/>
                <a:sym typeface="Goldman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Goldman"/>
              <a:buNone/>
              <a:defRPr sz="3000" b="0" i="0" u="none" strike="noStrike" cap="none" spc="0">
                <a:solidFill>
                  <a:schemeClr val="dk1"/>
                </a:solidFill>
                <a:latin typeface="Goldman"/>
                <a:ea typeface="Goldman"/>
                <a:cs typeface="Goldman"/>
                <a:sym typeface="Goldman"/>
              </a:defRPr>
            </a:lvl9pPr>
          </a:lstStyle>
          <a:p>
            <a:r>
              <a:rPr lang="en" dirty="0"/>
              <a:t>01</a:t>
            </a:r>
          </a:p>
        </p:txBody>
      </p:sp>
      <p:sp>
        <p:nvSpPr>
          <p:cNvPr id="25" name="Text 5">
            <a:extLst>
              <a:ext uri="{FF2B5EF4-FFF2-40B4-BE49-F238E27FC236}">
                <a16:creationId xmlns:a16="http://schemas.microsoft.com/office/drawing/2014/main" id="{9031DA22-2254-17FC-A885-D9BFD770A992}"/>
              </a:ext>
            </a:extLst>
          </p:cNvPr>
          <p:cNvSpPr/>
          <p:nvPr/>
        </p:nvSpPr>
        <p:spPr>
          <a:xfrm>
            <a:off x="1828800" y="1197181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chemeClr val="lt1"/>
                </a:solidFill>
                <a:latin typeface="Goldman"/>
                <a:sym typeface="Goldman"/>
              </a:rPr>
              <a:t>Traditional grid</a:t>
            </a:r>
          </a:p>
        </p:txBody>
      </p:sp>
      <p:sp>
        <p:nvSpPr>
          <p:cNvPr id="27" name="Text 6">
            <a:extLst>
              <a:ext uri="{FF2B5EF4-FFF2-40B4-BE49-F238E27FC236}">
                <a16:creationId xmlns:a16="http://schemas.microsoft.com/office/drawing/2014/main" id="{6F739BAB-4A01-C0D6-C189-FFCE47833805}"/>
              </a:ext>
            </a:extLst>
          </p:cNvPr>
          <p:cNvSpPr/>
          <p:nvPr/>
        </p:nvSpPr>
        <p:spPr>
          <a:xfrm>
            <a:off x="1828800" y="1404440"/>
            <a:ext cx="372827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B7B"/>
                </a:solidFill>
                <a:latin typeface="Mulish" panose="020B0604020202020204" charset="0"/>
                <a:ea typeface="Calibri" pitchFamily="34" charset="-122"/>
                <a:cs typeface="Calibri" pitchFamily="34" charset="-120"/>
              </a:rPr>
              <a:t>One-way flow, no visibility at the point of use</a:t>
            </a:r>
            <a:endParaRPr lang="en-US" sz="1200" dirty="0">
              <a:latin typeface="Mulish" panose="020B0604020202020204" charset="0"/>
            </a:endParaRPr>
          </a:p>
        </p:txBody>
      </p:sp>
      <p:sp>
        <p:nvSpPr>
          <p:cNvPr id="29" name="Shape 2">
            <a:extLst>
              <a:ext uri="{FF2B5EF4-FFF2-40B4-BE49-F238E27FC236}">
                <a16:creationId xmlns:a16="http://schemas.microsoft.com/office/drawing/2014/main" id="{BE6008E6-DE30-B9E4-1DFF-731DBB9BA7EE}"/>
              </a:ext>
            </a:extLst>
          </p:cNvPr>
          <p:cNvSpPr/>
          <p:nvPr/>
        </p:nvSpPr>
        <p:spPr>
          <a:xfrm>
            <a:off x="680396" y="2079312"/>
            <a:ext cx="8203537" cy="816853"/>
          </a:xfrm>
          <a:prstGeom prst="roundRect">
            <a:avLst>
              <a:gd name="adj" fmla="val 10000"/>
            </a:avLst>
          </a:prstGeom>
          <a:solidFill>
            <a:srgbClr val="F4F7FA"/>
          </a:solidFill>
          <a:ln w="12700">
            <a:solidFill>
              <a:srgbClr val="E1E8EF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0" name="Google Shape;578;p33">
            <a:extLst>
              <a:ext uri="{FF2B5EF4-FFF2-40B4-BE49-F238E27FC236}">
                <a16:creationId xmlns:a16="http://schemas.microsoft.com/office/drawing/2014/main" id="{3D771E39-28C6-A10A-BA74-ABA0F20D05E8}"/>
              </a:ext>
            </a:extLst>
          </p:cNvPr>
          <p:cNvSpPr txBox="1">
            <a:spLocks/>
          </p:cNvSpPr>
          <p:nvPr/>
        </p:nvSpPr>
        <p:spPr>
          <a:xfrm>
            <a:off x="794160" y="2201390"/>
            <a:ext cx="781800" cy="572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Goldman"/>
              <a:buNone/>
              <a:defRPr sz="3000" b="0" i="0" u="none" strike="noStrike" cap="none" spc="0">
                <a:solidFill>
                  <a:schemeClr val="dk1"/>
                </a:solidFill>
                <a:latin typeface="Goldman"/>
                <a:ea typeface="Goldman"/>
                <a:cs typeface="Goldman"/>
                <a:sym typeface="Gold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Goldman"/>
              <a:buNone/>
              <a:defRPr sz="3000" b="0" i="0" u="none" strike="noStrike" cap="none" spc="0">
                <a:solidFill>
                  <a:schemeClr val="dk1"/>
                </a:solidFill>
                <a:latin typeface="Goldman"/>
                <a:ea typeface="Goldman"/>
                <a:cs typeface="Goldman"/>
                <a:sym typeface="Goldman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Goldman"/>
              <a:buNone/>
              <a:defRPr sz="3000" b="0" i="0" u="none" strike="noStrike" cap="none" spc="0">
                <a:solidFill>
                  <a:schemeClr val="dk1"/>
                </a:solidFill>
                <a:latin typeface="Goldman"/>
                <a:ea typeface="Goldman"/>
                <a:cs typeface="Goldman"/>
                <a:sym typeface="Goldman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Goldman"/>
              <a:buNone/>
              <a:defRPr sz="3000" b="0" i="0" u="none" strike="noStrike" cap="none" spc="0">
                <a:solidFill>
                  <a:schemeClr val="dk1"/>
                </a:solidFill>
                <a:latin typeface="Goldman"/>
                <a:ea typeface="Goldman"/>
                <a:cs typeface="Goldman"/>
                <a:sym typeface="Goldman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Goldman"/>
              <a:buNone/>
              <a:defRPr sz="3000" b="0" i="0" u="none" strike="noStrike" cap="none" spc="0">
                <a:solidFill>
                  <a:schemeClr val="dk1"/>
                </a:solidFill>
                <a:latin typeface="Goldman"/>
                <a:ea typeface="Goldman"/>
                <a:cs typeface="Goldman"/>
                <a:sym typeface="Goldman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Goldman"/>
              <a:buNone/>
              <a:defRPr sz="3000" b="0" i="0" u="none" strike="noStrike" cap="none" spc="0">
                <a:solidFill>
                  <a:schemeClr val="dk1"/>
                </a:solidFill>
                <a:latin typeface="Goldman"/>
                <a:ea typeface="Goldman"/>
                <a:cs typeface="Goldman"/>
                <a:sym typeface="Goldman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Goldman"/>
              <a:buNone/>
              <a:defRPr sz="3000" b="0" i="0" u="none" strike="noStrike" cap="none" spc="0">
                <a:solidFill>
                  <a:schemeClr val="dk1"/>
                </a:solidFill>
                <a:latin typeface="Goldman"/>
                <a:ea typeface="Goldman"/>
                <a:cs typeface="Goldman"/>
                <a:sym typeface="Goldman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Goldman"/>
              <a:buNone/>
              <a:defRPr sz="3000" b="0" i="0" u="none" strike="noStrike" cap="none" spc="0">
                <a:solidFill>
                  <a:schemeClr val="dk1"/>
                </a:solidFill>
                <a:latin typeface="Goldman"/>
                <a:ea typeface="Goldman"/>
                <a:cs typeface="Goldman"/>
                <a:sym typeface="Goldman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Goldman"/>
              <a:buNone/>
              <a:defRPr sz="3000" b="0" i="0" u="none" strike="noStrike" cap="none" spc="0">
                <a:solidFill>
                  <a:schemeClr val="dk1"/>
                </a:solidFill>
                <a:latin typeface="Goldman"/>
                <a:ea typeface="Goldman"/>
                <a:cs typeface="Goldman"/>
                <a:sym typeface="Goldman"/>
              </a:defRPr>
            </a:lvl9pPr>
          </a:lstStyle>
          <a:p>
            <a:r>
              <a:rPr lang="en"/>
              <a:t>02</a:t>
            </a:r>
            <a:endParaRPr lang="en" dirty="0"/>
          </a:p>
        </p:txBody>
      </p:sp>
      <p:sp>
        <p:nvSpPr>
          <p:cNvPr id="32" name="Text 10">
            <a:extLst>
              <a:ext uri="{FF2B5EF4-FFF2-40B4-BE49-F238E27FC236}">
                <a16:creationId xmlns:a16="http://schemas.microsoft.com/office/drawing/2014/main" id="{B0DA6F7F-33E6-0BB2-52AA-316DE9D8B02D}"/>
              </a:ext>
            </a:extLst>
          </p:cNvPr>
          <p:cNvSpPr/>
          <p:nvPr/>
        </p:nvSpPr>
        <p:spPr>
          <a:xfrm>
            <a:off x="1828800" y="220139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chemeClr val="lt1"/>
                </a:solidFill>
                <a:latin typeface="Goldman"/>
              </a:rPr>
              <a:t>Smart</a:t>
            </a: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>
                <a:solidFill>
                  <a:schemeClr val="lt1"/>
                </a:solidFill>
                <a:latin typeface="Goldman"/>
              </a:rPr>
              <a:t>grid</a:t>
            </a:r>
          </a:p>
        </p:txBody>
      </p:sp>
      <p:sp>
        <p:nvSpPr>
          <p:cNvPr id="34" name="Text 11">
            <a:extLst>
              <a:ext uri="{FF2B5EF4-FFF2-40B4-BE49-F238E27FC236}">
                <a16:creationId xmlns:a16="http://schemas.microsoft.com/office/drawing/2014/main" id="{A5511684-37C7-45CB-EBAC-CE33F4DD98D8}"/>
              </a:ext>
            </a:extLst>
          </p:cNvPr>
          <p:cNvSpPr/>
          <p:nvPr/>
        </p:nvSpPr>
        <p:spPr>
          <a:xfrm>
            <a:off x="1828800" y="2398014"/>
            <a:ext cx="447326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B7B"/>
                </a:solidFill>
                <a:latin typeface="Mulish" panose="020B0604020202020204" charset="0"/>
                <a:ea typeface="Calibri" pitchFamily="34" charset="-122"/>
                <a:cs typeface="Calibri" pitchFamily="34" charset="-120"/>
              </a:rPr>
              <a:t>Digital sensing, two-way communication, dynamic balancing</a:t>
            </a:r>
            <a:endParaRPr lang="en-US" sz="1200" dirty="0">
              <a:latin typeface="Mulish" panose="020B0604020202020204" charset="0"/>
            </a:endParaRPr>
          </a:p>
        </p:txBody>
      </p:sp>
      <p:sp>
        <p:nvSpPr>
          <p:cNvPr id="38" name="Shape 2">
            <a:extLst>
              <a:ext uri="{FF2B5EF4-FFF2-40B4-BE49-F238E27FC236}">
                <a16:creationId xmlns:a16="http://schemas.microsoft.com/office/drawing/2014/main" id="{75B0517A-AC0A-742D-BB90-05D9640D0832}"/>
              </a:ext>
            </a:extLst>
          </p:cNvPr>
          <p:cNvSpPr/>
          <p:nvPr/>
        </p:nvSpPr>
        <p:spPr>
          <a:xfrm>
            <a:off x="693274" y="3064187"/>
            <a:ext cx="8203537" cy="816853"/>
          </a:xfrm>
          <a:prstGeom prst="roundRect">
            <a:avLst>
              <a:gd name="adj" fmla="val 10000"/>
            </a:avLst>
          </a:prstGeom>
          <a:solidFill>
            <a:srgbClr val="F4F7FA"/>
          </a:solidFill>
          <a:ln w="12700">
            <a:solidFill>
              <a:srgbClr val="E1E8EF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40" name="Shape 2">
            <a:extLst>
              <a:ext uri="{FF2B5EF4-FFF2-40B4-BE49-F238E27FC236}">
                <a16:creationId xmlns:a16="http://schemas.microsoft.com/office/drawing/2014/main" id="{4A8C70D3-21DB-F49E-92DC-27832F1EAA30}"/>
              </a:ext>
            </a:extLst>
          </p:cNvPr>
          <p:cNvSpPr/>
          <p:nvPr/>
        </p:nvSpPr>
        <p:spPr>
          <a:xfrm>
            <a:off x="713224" y="4049063"/>
            <a:ext cx="8203537" cy="816853"/>
          </a:xfrm>
          <a:prstGeom prst="roundRect">
            <a:avLst>
              <a:gd name="adj" fmla="val 10000"/>
            </a:avLst>
          </a:prstGeom>
          <a:solidFill>
            <a:srgbClr val="F4F7FA"/>
          </a:solidFill>
          <a:ln w="12700">
            <a:solidFill>
              <a:srgbClr val="E1E8EF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41" name="Google Shape;580;p33">
            <a:extLst>
              <a:ext uri="{FF2B5EF4-FFF2-40B4-BE49-F238E27FC236}">
                <a16:creationId xmlns:a16="http://schemas.microsoft.com/office/drawing/2014/main" id="{8BF68B21-37DA-3E29-CB22-718226356C1D}"/>
              </a:ext>
            </a:extLst>
          </p:cNvPr>
          <p:cNvSpPr txBox="1">
            <a:spLocks/>
          </p:cNvSpPr>
          <p:nvPr/>
        </p:nvSpPr>
        <p:spPr>
          <a:xfrm>
            <a:off x="794160" y="3186264"/>
            <a:ext cx="781800" cy="572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Goldman"/>
              <a:buNone/>
              <a:defRPr sz="3000" b="0" i="0" u="none" strike="noStrike" cap="none" spc="0">
                <a:solidFill>
                  <a:schemeClr val="dk1"/>
                </a:solidFill>
                <a:latin typeface="Goldman"/>
                <a:ea typeface="Goldman"/>
                <a:cs typeface="Goldman"/>
                <a:sym typeface="Gold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Goldman"/>
              <a:buNone/>
              <a:defRPr sz="3000" b="0" i="0" u="none" strike="noStrike" cap="none" spc="0">
                <a:solidFill>
                  <a:schemeClr val="dk1"/>
                </a:solidFill>
                <a:latin typeface="Goldman"/>
                <a:ea typeface="Goldman"/>
                <a:cs typeface="Goldman"/>
                <a:sym typeface="Goldman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Goldman"/>
              <a:buNone/>
              <a:defRPr sz="3000" b="0" i="0" u="none" strike="noStrike" cap="none" spc="0">
                <a:solidFill>
                  <a:schemeClr val="dk1"/>
                </a:solidFill>
                <a:latin typeface="Goldman"/>
                <a:ea typeface="Goldman"/>
                <a:cs typeface="Goldman"/>
                <a:sym typeface="Goldman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Goldman"/>
              <a:buNone/>
              <a:defRPr sz="3000" b="0" i="0" u="none" strike="noStrike" cap="none" spc="0">
                <a:solidFill>
                  <a:schemeClr val="dk1"/>
                </a:solidFill>
                <a:latin typeface="Goldman"/>
                <a:ea typeface="Goldman"/>
                <a:cs typeface="Goldman"/>
                <a:sym typeface="Goldman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Goldman"/>
              <a:buNone/>
              <a:defRPr sz="3000" b="0" i="0" u="none" strike="noStrike" cap="none" spc="0">
                <a:solidFill>
                  <a:schemeClr val="dk1"/>
                </a:solidFill>
                <a:latin typeface="Goldman"/>
                <a:ea typeface="Goldman"/>
                <a:cs typeface="Goldman"/>
                <a:sym typeface="Goldman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Goldman"/>
              <a:buNone/>
              <a:defRPr sz="3000" b="0" i="0" u="none" strike="noStrike" cap="none" spc="0">
                <a:solidFill>
                  <a:schemeClr val="dk1"/>
                </a:solidFill>
                <a:latin typeface="Goldman"/>
                <a:ea typeface="Goldman"/>
                <a:cs typeface="Goldman"/>
                <a:sym typeface="Goldman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Goldman"/>
              <a:buNone/>
              <a:defRPr sz="3000" b="0" i="0" u="none" strike="noStrike" cap="none" spc="0">
                <a:solidFill>
                  <a:schemeClr val="dk1"/>
                </a:solidFill>
                <a:latin typeface="Goldman"/>
                <a:ea typeface="Goldman"/>
                <a:cs typeface="Goldman"/>
                <a:sym typeface="Goldman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Goldman"/>
              <a:buNone/>
              <a:defRPr sz="3000" b="0" i="0" u="none" strike="noStrike" cap="none" spc="0">
                <a:solidFill>
                  <a:schemeClr val="dk1"/>
                </a:solidFill>
                <a:latin typeface="Goldman"/>
                <a:ea typeface="Goldman"/>
                <a:cs typeface="Goldman"/>
                <a:sym typeface="Goldman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Goldman"/>
              <a:buNone/>
              <a:defRPr sz="3000" b="0" i="0" u="none" strike="noStrike" cap="none" spc="0">
                <a:solidFill>
                  <a:schemeClr val="dk1"/>
                </a:solidFill>
                <a:latin typeface="Goldman"/>
                <a:ea typeface="Goldman"/>
                <a:cs typeface="Goldman"/>
                <a:sym typeface="Goldman"/>
              </a:defRPr>
            </a:lvl9pPr>
          </a:lstStyle>
          <a:p>
            <a:r>
              <a:rPr lang="en"/>
              <a:t>03</a:t>
            </a:r>
            <a:endParaRPr lang="en" dirty="0"/>
          </a:p>
        </p:txBody>
      </p:sp>
      <p:sp>
        <p:nvSpPr>
          <p:cNvPr id="44" name="Google Shape;577;p33">
            <a:extLst>
              <a:ext uri="{FF2B5EF4-FFF2-40B4-BE49-F238E27FC236}">
                <a16:creationId xmlns:a16="http://schemas.microsoft.com/office/drawing/2014/main" id="{605B7FCD-0689-D1A3-697E-4592C7FC1128}"/>
              </a:ext>
            </a:extLst>
          </p:cNvPr>
          <p:cNvSpPr txBox="1">
            <a:spLocks/>
          </p:cNvSpPr>
          <p:nvPr/>
        </p:nvSpPr>
        <p:spPr>
          <a:xfrm>
            <a:off x="794160" y="4169489"/>
            <a:ext cx="781800" cy="576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Goldman"/>
              <a:buNone/>
              <a:defRPr sz="3000" b="0" i="0" u="none" strike="noStrike" cap="none" spc="0">
                <a:solidFill>
                  <a:schemeClr val="dk1"/>
                </a:solidFill>
                <a:latin typeface="Goldman"/>
                <a:ea typeface="Goldman"/>
                <a:cs typeface="Goldman"/>
                <a:sym typeface="Gold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Goldman"/>
              <a:buNone/>
              <a:defRPr sz="3000" b="0" i="0" u="none" strike="noStrike" cap="none" spc="0">
                <a:solidFill>
                  <a:schemeClr val="dk1"/>
                </a:solidFill>
                <a:latin typeface="Goldman"/>
                <a:ea typeface="Goldman"/>
                <a:cs typeface="Goldman"/>
                <a:sym typeface="Goldman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Goldman"/>
              <a:buNone/>
              <a:defRPr sz="3000" b="0" i="0" u="none" strike="noStrike" cap="none" spc="0">
                <a:solidFill>
                  <a:schemeClr val="dk1"/>
                </a:solidFill>
                <a:latin typeface="Goldman"/>
                <a:ea typeface="Goldman"/>
                <a:cs typeface="Goldman"/>
                <a:sym typeface="Goldman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Goldman"/>
              <a:buNone/>
              <a:defRPr sz="3000" b="0" i="0" u="none" strike="noStrike" cap="none" spc="0">
                <a:solidFill>
                  <a:schemeClr val="dk1"/>
                </a:solidFill>
                <a:latin typeface="Goldman"/>
                <a:ea typeface="Goldman"/>
                <a:cs typeface="Goldman"/>
                <a:sym typeface="Goldman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Goldman"/>
              <a:buNone/>
              <a:defRPr sz="3000" b="0" i="0" u="none" strike="noStrike" cap="none" spc="0">
                <a:solidFill>
                  <a:schemeClr val="dk1"/>
                </a:solidFill>
                <a:latin typeface="Goldman"/>
                <a:ea typeface="Goldman"/>
                <a:cs typeface="Goldman"/>
                <a:sym typeface="Goldman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Goldman"/>
              <a:buNone/>
              <a:defRPr sz="3000" b="0" i="0" u="none" strike="noStrike" cap="none" spc="0">
                <a:solidFill>
                  <a:schemeClr val="dk1"/>
                </a:solidFill>
                <a:latin typeface="Goldman"/>
                <a:ea typeface="Goldman"/>
                <a:cs typeface="Goldman"/>
                <a:sym typeface="Goldman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Goldman"/>
              <a:buNone/>
              <a:defRPr sz="3000" b="0" i="0" u="none" strike="noStrike" cap="none" spc="0">
                <a:solidFill>
                  <a:schemeClr val="dk1"/>
                </a:solidFill>
                <a:latin typeface="Goldman"/>
                <a:ea typeface="Goldman"/>
                <a:cs typeface="Goldman"/>
                <a:sym typeface="Goldman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Goldman"/>
              <a:buNone/>
              <a:defRPr sz="3000" b="0" i="0" u="none" strike="noStrike" cap="none" spc="0">
                <a:solidFill>
                  <a:schemeClr val="dk1"/>
                </a:solidFill>
                <a:latin typeface="Goldman"/>
                <a:ea typeface="Goldman"/>
                <a:cs typeface="Goldman"/>
                <a:sym typeface="Goldman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Goldman"/>
              <a:buNone/>
              <a:defRPr sz="3000" b="0" i="0" u="none" strike="noStrike" cap="none" spc="0">
                <a:solidFill>
                  <a:schemeClr val="dk1"/>
                </a:solidFill>
                <a:latin typeface="Goldman"/>
                <a:ea typeface="Goldman"/>
                <a:cs typeface="Goldman"/>
                <a:sym typeface="Goldman"/>
              </a:defRPr>
            </a:lvl9pPr>
          </a:lstStyle>
          <a:p>
            <a:r>
              <a:rPr lang="en"/>
              <a:t>04</a:t>
            </a:r>
            <a:endParaRPr lang="en" dirty="0"/>
          </a:p>
        </p:txBody>
      </p:sp>
      <p:sp>
        <p:nvSpPr>
          <p:cNvPr id="48" name="Text 15">
            <a:extLst>
              <a:ext uri="{FF2B5EF4-FFF2-40B4-BE49-F238E27FC236}">
                <a16:creationId xmlns:a16="http://schemas.microsoft.com/office/drawing/2014/main" id="{006ADE37-62AF-F8BB-7178-E5214CB7EA28}"/>
              </a:ext>
            </a:extLst>
          </p:cNvPr>
          <p:cNvSpPr/>
          <p:nvPr/>
        </p:nvSpPr>
        <p:spPr>
          <a:xfrm>
            <a:off x="1828800" y="3152574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chemeClr val="lt1"/>
                </a:solidFill>
                <a:latin typeface="Goldman"/>
              </a:rPr>
              <a:t>Industry 4.0 / IIoT</a:t>
            </a:r>
          </a:p>
        </p:txBody>
      </p:sp>
      <p:sp>
        <p:nvSpPr>
          <p:cNvPr id="50" name="Text 16">
            <a:extLst>
              <a:ext uri="{FF2B5EF4-FFF2-40B4-BE49-F238E27FC236}">
                <a16:creationId xmlns:a16="http://schemas.microsoft.com/office/drawing/2014/main" id="{5C45AC1D-9017-F60E-E4C7-083FC094478B}"/>
              </a:ext>
            </a:extLst>
          </p:cNvPr>
          <p:cNvSpPr/>
          <p:nvPr/>
        </p:nvSpPr>
        <p:spPr>
          <a:xfrm>
            <a:off x="1828800" y="3382889"/>
            <a:ext cx="519018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B7B"/>
                </a:solidFill>
                <a:latin typeface="Mulish" panose="020B0604020202020204" charset="0"/>
                <a:ea typeface="Calibri" pitchFamily="34" charset="-122"/>
                <a:cs typeface="Calibri" pitchFamily="34" charset="-120"/>
              </a:rPr>
              <a:t>Low-cost networked sensors make fine-grained measurement viable</a:t>
            </a:r>
            <a:endParaRPr lang="en-US" sz="1200" dirty="0">
              <a:latin typeface="Mulish" panose="020B0604020202020204" charset="0"/>
            </a:endParaRPr>
          </a:p>
        </p:txBody>
      </p:sp>
      <p:sp>
        <p:nvSpPr>
          <p:cNvPr id="52" name="Text 20">
            <a:extLst>
              <a:ext uri="{FF2B5EF4-FFF2-40B4-BE49-F238E27FC236}">
                <a16:creationId xmlns:a16="http://schemas.microsoft.com/office/drawing/2014/main" id="{7B84E36D-D988-2E0A-FF59-F8866AB7B3D1}"/>
              </a:ext>
            </a:extLst>
          </p:cNvPr>
          <p:cNvSpPr/>
          <p:nvPr/>
        </p:nvSpPr>
        <p:spPr>
          <a:xfrm>
            <a:off x="1828800" y="4137449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chemeClr val="lt1"/>
                </a:solidFill>
                <a:latin typeface="Goldman"/>
              </a:rPr>
              <a:t>ML &amp; big data</a:t>
            </a:r>
          </a:p>
        </p:txBody>
      </p:sp>
      <p:sp>
        <p:nvSpPr>
          <p:cNvPr id="54" name="Text 21">
            <a:extLst>
              <a:ext uri="{FF2B5EF4-FFF2-40B4-BE49-F238E27FC236}">
                <a16:creationId xmlns:a16="http://schemas.microsoft.com/office/drawing/2014/main" id="{EAAF898C-5D3C-D164-0E68-D8E0A5C033C0}"/>
              </a:ext>
            </a:extLst>
          </p:cNvPr>
          <p:cNvSpPr/>
          <p:nvPr/>
        </p:nvSpPr>
        <p:spPr>
          <a:xfrm>
            <a:off x="1828800" y="4372139"/>
            <a:ext cx="509574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B7B"/>
                </a:solidFill>
                <a:latin typeface="Mulish" panose="020B0604020202020204" charset="0"/>
                <a:ea typeface="Calibri" pitchFamily="34" charset="-122"/>
                <a:cs typeface="Calibri" pitchFamily="34" charset="-120"/>
              </a:rPr>
              <a:t>From threshold alarms to predictive, proactive management</a:t>
            </a:r>
            <a:endParaRPr lang="en-US" sz="1300" dirty="0">
              <a:latin typeface="Mulish" panose="020B060402020202020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p34"/>
          <p:cNvSpPr txBox="1">
            <a:spLocks noGrp="1"/>
          </p:cNvSpPr>
          <p:nvPr>
            <p:ph type="title"/>
          </p:nvPr>
        </p:nvSpPr>
        <p:spPr>
          <a:xfrm>
            <a:off x="1484145" y="517494"/>
            <a:ext cx="617571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-US" dirty="0"/>
              <a:t>Problem &amp; Research Gap</a:t>
            </a:r>
          </a:p>
        </p:txBody>
      </p:sp>
      <p:sp>
        <p:nvSpPr>
          <p:cNvPr id="8" name="Shape 2">
            <a:extLst>
              <a:ext uri="{FF2B5EF4-FFF2-40B4-BE49-F238E27FC236}">
                <a16:creationId xmlns:a16="http://schemas.microsoft.com/office/drawing/2014/main" id="{EA1B1489-5E2D-DB55-9629-CCF93FB3F575}"/>
              </a:ext>
            </a:extLst>
          </p:cNvPr>
          <p:cNvSpPr/>
          <p:nvPr/>
        </p:nvSpPr>
        <p:spPr>
          <a:xfrm>
            <a:off x="631493" y="1139349"/>
            <a:ext cx="3408179" cy="3398305"/>
          </a:xfrm>
          <a:prstGeom prst="roundRect">
            <a:avLst>
              <a:gd name="adj" fmla="val 2222"/>
            </a:avLst>
          </a:prstGeom>
          <a:solidFill>
            <a:srgbClr val="FBF1EF"/>
          </a:solidFill>
          <a:ln w="12700">
            <a:solidFill>
              <a:srgbClr val="E1E8EF"/>
            </a:solidFill>
            <a:prstDash val="solid"/>
          </a:ln>
        </p:spPr>
      </p:sp>
      <p:sp>
        <p:nvSpPr>
          <p:cNvPr id="10" name="Shape 5">
            <a:extLst>
              <a:ext uri="{FF2B5EF4-FFF2-40B4-BE49-F238E27FC236}">
                <a16:creationId xmlns:a16="http://schemas.microsoft.com/office/drawing/2014/main" id="{2B82860B-1892-D5F9-6EE6-8DC9B330A700}"/>
              </a:ext>
            </a:extLst>
          </p:cNvPr>
          <p:cNvSpPr/>
          <p:nvPr/>
        </p:nvSpPr>
        <p:spPr>
          <a:xfrm>
            <a:off x="4902984" y="1139350"/>
            <a:ext cx="3408179" cy="3398305"/>
          </a:xfrm>
          <a:prstGeom prst="roundRect">
            <a:avLst>
              <a:gd name="adj" fmla="val 2222"/>
            </a:avLst>
          </a:prstGeom>
          <a:solidFill>
            <a:srgbClr val="EFF4F8"/>
          </a:solidFill>
          <a:ln w="12700">
            <a:solidFill>
              <a:srgbClr val="E1E8EF"/>
            </a:solidFill>
            <a:prstDash val="solid"/>
          </a:ln>
        </p:spPr>
      </p:sp>
      <p:sp>
        <p:nvSpPr>
          <p:cNvPr id="12" name="Text 3">
            <a:extLst>
              <a:ext uri="{FF2B5EF4-FFF2-40B4-BE49-F238E27FC236}">
                <a16:creationId xmlns:a16="http://schemas.microsoft.com/office/drawing/2014/main" id="{89D0240E-4F95-F3F7-92F6-3093B182F538}"/>
              </a:ext>
            </a:extLst>
          </p:cNvPr>
          <p:cNvSpPr/>
          <p:nvPr/>
        </p:nvSpPr>
        <p:spPr>
          <a:xfrm>
            <a:off x="891433" y="1252041"/>
            <a:ext cx="290354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B33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2000" dirty="0"/>
          </a:p>
        </p:txBody>
      </p:sp>
      <p:sp>
        <p:nvSpPr>
          <p:cNvPr id="14" name="Text 6">
            <a:extLst>
              <a:ext uri="{FF2B5EF4-FFF2-40B4-BE49-F238E27FC236}">
                <a16:creationId xmlns:a16="http://schemas.microsoft.com/office/drawing/2014/main" id="{C1FAF510-8B84-8A70-6D02-49552C7E8851}"/>
              </a:ext>
            </a:extLst>
          </p:cNvPr>
          <p:cNvSpPr/>
          <p:nvPr/>
        </p:nvSpPr>
        <p:spPr>
          <a:xfrm>
            <a:off x="5132661" y="1252041"/>
            <a:ext cx="230852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Gap</a:t>
            </a:r>
            <a:endParaRPr lang="en-US" sz="2000" dirty="0"/>
          </a:p>
        </p:txBody>
      </p:sp>
      <p:sp>
        <p:nvSpPr>
          <p:cNvPr id="17" name="Text 4">
            <a:extLst>
              <a:ext uri="{FF2B5EF4-FFF2-40B4-BE49-F238E27FC236}">
                <a16:creationId xmlns:a16="http://schemas.microsoft.com/office/drawing/2014/main" id="{038C40A8-4155-DE1E-E7CA-2B6F3FBE9CFA}"/>
              </a:ext>
            </a:extLst>
          </p:cNvPr>
          <p:cNvSpPr/>
          <p:nvPr/>
        </p:nvSpPr>
        <p:spPr>
          <a:xfrm>
            <a:off x="891433" y="1795100"/>
            <a:ext cx="2903542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just">
              <a:spcAft>
                <a:spcPts val="800"/>
              </a:spcAft>
              <a:buClr>
                <a:schemeClr val="bg1"/>
              </a:buClr>
              <a:buSzPct val="100000"/>
              <a:buFont typeface="Wingdings" panose="05000000000000000000" pitchFamily="2" charset="2"/>
              <a:buChar char="v"/>
            </a:pPr>
            <a:r>
              <a:rPr lang="en-US" sz="1200" kern="1200" dirty="0">
                <a:solidFill>
                  <a:srgbClr val="13293D"/>
                </a:solidFill>
                <a:latin typeface="Mulish" panose="020B0604020202020204" charset="0"/>
                <a:ea typeface="Calibri" pitchFamily="34" charset="-122"/>
                <a:cs typeface="Calibri" pitchFamily="34" charset="-120"/>
              </a:rPr>
              <a:t>SCADA and commercial metering cost tens of thousands of pounds</a:t>
            </a:r>
            <a:endParaRPr lang="en-US" sz="1200" kern="1200" dirty="0">
              <a:solidFill>
                <a:prstClr val="black"/>
              </a:solidFill>
              <a:latin typeface="Mulish" panose="020B0604020202020204" charset="0"/>
              <a:ea typeface="+mn-ea"/>
              <a:cs typeface="+mn-cs"/>
            </a:endParaRPr>
          </a:p>
          <a:p>
            <a:pPr marL="342900" indent="-342900" algn="just">
              <a:spcAft>
                <a:spcPts val="800"/>
              </a:spcAft>
              <a:buClr>
                <a:schemeClr val="bg1"/>
              </a:buClr>
              <a:buSzPct val="100000"/>
              <a:buFont typeface="Wingdings" panose="05000000000000000000" pitchFamily="2" charset="2"/>
              <a:buChar char="v"/>
            </a:pPr>
            <a:r>
              <a:rPr lang="en-US" sz="1200" kern="1200" dirty="0">
                <a:solidFill>
                  <a:srgbClr val="13293D"/>
                </a:solidFill>
                <a:latin typeface="Mulish" panose="020B0604020202020204" charset="0"/>
                <a:ea typeface="Calibri" pitchFamily="34" charset="-122"/>
                <a:cs typeface="Calibri" pitchFamily="34" charset="-120"/>
              </a:rPr>
              <a:t>SMEs therefore operate "blind" — waste goes unseen</a:t>
            </a:r>
          </a:p>
          <a:p>
            <a:pPr marL="342900" indent="-342900" algn="just">
              <a:spcAft>
                <a:spcPts val="800"/>
              </a:spcAft>
              <a:buClr>
                <a:schemeClr val="bg1"/>
              </a:buClr>
              <a:buSzPct val="100000"/>
              <a:buFont typeface="Wingdings" panose="05000000000000000000" pitchFamily="2" charset="2"/>
              <a:buChar char="v"/>
            </a:pPr>
            <a:r>
              <a:rPr lang="en-US" sz="1200" kern="1200" dirty="0">
                <a:solidFill>
                  <a:srgbClr val="13293D"/>
                </a:solidFill>
                <a:latin typeface="Mulish" panose="020B0604020202020204" charset="0"/>
                <a:ea typeface="Calibri" pitchFamily="34" charset="-122"/>
                <a:cs typeface="Calibri" pitchFamily="34" charset="-120"/>
              </a:rPr>
              <a:t>Threshold alarms react only after a limit is crossed</a:t>
            </a:r>
          </a:p>
          <a:p>
            <a:pPr marL="342900" indent="-342900" algn="just">
              <a:spcAft>
                <a:spcPts val="800"/>
              </a:spcAft>
              <a:buClr>
                <a:schemeClr val="bg1"/>
              </a:buClr>
              <a:buSzPct val="100000"/>
              <a:buFont typeface="Wingdings" panose="05000000000000000000" pitchFamily="2" charset="2"/>
              <a:buChar char="v"/>
            </a:pPr>
            <a:r>
              <a:rPr lang="en-US" sz="1200" kern="1200" dirty="0">
                <a:solidFill>
                  <a:srgbClr val="13293D"/>
                </a:solidFill>
                <a:latin typeface="Mulish" panose="020B0604020202020204" charset="0"/>
                <a:ea typeface="Calibri" pitchFamily="34" charset="-122"/>
                <a:cs typeface="Calibri" pitchFamily="34" charset="-120"/>
              </a:rPr>
              <a:t>Labelled fault data are almost never available</a:t>
            </a:r>
          </a:p>
        </p:txBody>
      </p:sp>
      <p:sp>
        <p:nvSpPr>
          <p:cNvPr id="19" name="Text 7">
            <a:extLst>
              <a:ext uri="{FF2B5EF4-FFF2-40B4-BE49-F238E27FC236}">
                <a16:creationId xmlns:a16="http://schemas.microsoft.com/office/drawing/2014/main" id="{B52BCF72-E906-6CFD-31BF-D8016EE4E444}"/>
              </a:ext>
            </a:extLst>
          </p:cNvPr>
          <p:cNvSpPr/>
          <p:nvPr/>
        </p:nvSpPr>
        <p:spPr>
          <a:xfrm>
            <a:off x="5132661" y="1790805"/>
            <a:ext cx="2950978" cy="21967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just">
              <a:spcAft>
                <a:spcPts val="800"/>
              </a:spcAft>
              <a:buClr>
                <a:schemeClr val="bg1"/>
              </a:buClr>
              <a:buSzPct val="100000"/>
              <a:buFont typeface="Wingdings" panose="05000000000000000000" pitchFamily="2" charset="2"/>
              <a:buChar char="v"/>
            </a:pPr>
            <a:r>
              <a:rPr lang="en-US" sz="1200" dirty="0">
                <a:solidFill>
                  <a:srgbClr val="13293D"/>
                </a:solidFill>
                <a:latin typeface="Mulish" panose="020B0604020202020204" charset="0"/>
                <a:ea typeface="Calibri" pitchFamily="34" charset="-122"/>
                <a:cs typeface="Calibri" pitchFamily="34" charset="-120"/>
              </a:rPr>
              <a:t>Research concentrates on homes or utility-scale grids — not SMEs</a:t>
            </a:r>
            <a:endParaRPr lang="en-US" sz="1200" dirty="0">
              <a:latin typeface="Mulish" panose="020B0604020202020204" charset="0"/>
            </a:endParaRPr>
          </a:p>
          <a:p>
            <a:pPr marL="342900" indent="-342900" algn="just">
              <a:spcAft>
                <a:spcPts val="800"/>
              </a:spcAft>
              <a:buClr>
                <a:schemeClr val="bg1"/>
              </a:buClr>
              <a:buSzPct val="100000"/>
              <a:buFont typeface="Wingdings" panose="05000000000000000000" pitchFamily="2" charset="2"/>
              <a:buChar char="v"/>
            </a:pPr>
            <a:r>
              <a:rPr lang="en-US" sz="1200" dirty="0">
                <a:solidFill>
                  <a:srgbClr val="13293D"/>
                </a:solidFill>
                <a:latin typeface="Mulish" panose="020B0604020202020204" charset="0"/>
                <a:ea typeface="Calibri" pitchFamily="34" charset="-122"/>
                <a:cs typeface="Calibri" pitchFamily="34" charset="-120"/>
              </a:rPr>
              <a:t>Capable integrated platforms rely on costly edge–cloud infrastructure</a:t>
            </a:r>
            <a:endParaRPr lang="en-US" sz="1200" dirty="0">
              <a:latin typeface="Mulish" panose="020B0604020202020204" charset="0"/>
            </a:endParaRPr>
          </a:p>
          <a:p>
            <a:pPr marL="342900" indent="-342900" algn="just">
              <a:spcAft>
                <a:spcPts val="800"/>
              </a:spcAft>
              <a:buClr>
                <a:schemeClr val="bg1"/>
              </a:buClr>
              <a:buSzPct val="100000"/>
              <a:buFont typeface="Wingdings" panose="05000000000000000000" pitchFamily="2" charset="2"/>
              <a:buChar char="v"/>
            </a:pPr>
            <a:r>
              <a:rPr lang="en-US" sz="1200" dirty="0">
                <a:solidFill>
                  <a:srgbClr val="13293D"/>
                </a:solidFill>
                <a:latin typeface="Mulish" panose="020B0604020202020204" charset="0"/>
                <a:ea typeface="Calibri" pitchFamily="34" charset="-122"/>
                <a:cs typeface="Calibri" pitchFamily="34" charset="-120"/>
              </a:rPr>
              <a:t>Forecasting and anomaly detection studied in isolation</a:t>
            </a:r>
            <a:endParaRPr lang="en-US" sz="1200" dirty="0">
              <a:latin typeface="Mulish" panose="020B0604020202020204" charset="0"/>
            </a:endParaRPr>
          </a:p>
          <a:p>
            <a:pPr marL="342900" indent="-342900" algn="just">
              <a:spcAft>
                <a:spcPts val="800"/>
              </a:spcAft>
              <a:buClr>
                <a:schemeClr val="bg1"/>
              </a:buClr>
              <a:buSzPct val="100000"/>
              <a:buFont typeface="Wingdings" panose="05000000000000000000" pitchFamily="2" charset="2"/>
              <a:buChar char="v"/>
            </a:pPr>
            <a:r>
              <a:rPr lang="en-US" sz="1200" dirty="0">
                <a:solidFill>
                  <a:srgbClr val="13293D"/>
                </a:solidFill>
                <a:latin typeface="Mulish" panose="020B0604020202020204" charset="0"/>
                <a:ea typeface="Calibri" pitchFamily="34" charset="-122"/>
                <a:cs typeface="Calibri" pitchFamily="34" charset="-120"/>
              </a:rPr>
              <a:t>Few studies release a complete, reproducible pipeline</a:t>
            </a:r>
            <a:endParaRPr lang="en-US" sz="1200" dirty="0">
              <a:latin typeface="Mulish" panose="020B060402020202020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Google Shape;631;p36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Aim &amp; Objectives</a:t>
            </a:r>
          </a:p>
        </p:txBody>
      </p:sp>
      <p:sp>
        <p:nvSpPr>
          <p:cNvPr id="11" name="Shape 2">
            <a:extLst>
              <a:ext uri="{FF2B5EF4-FFF2-40B4-BE49-F238E27FC236}">
                <a16:creationId xmlns:a16="http://schemas.microsoft.com/office/drawing/2014/main" id="{C0687811-EBB8-8FCD-B5EE-D7EAC9621B6E}"/>
              </a:ext>
            </a:extLst>
          </p:cNvPr>
          <p:cNvSpPr/>
          <p:nvPr/>
        </p:nvSpPr>
        <p:spPr>
          <a:xfrm>
            <a:off x="720000" y="1189473"/>
            <a:ext cx="7783920" cy="652206"/>
          </a:xfrm>
          <a:prstGeom prst="roundRect">
            <a:avLst>
              <a:gd name="adj" fmla="val 8696"/>
            </a:avLst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</p:sp>
      <p:sp>
        <p:nvSpPr>
          <p:cNvPr id="13" name="Text 3">
            <a:extLst>
              <a:ext uri="{FF2B5EF4-FFF2-40B4-BE49-F238E27FC236}">
                <a16:creationId xmlns:a16="http://schemas.microsoft.com/office/drawing/2014/main" id="{1927747D-4BF3-3BEB-7439-C68A757E550F}"/>
              </a:ext>
            </a:extLst>
          </p:cNvPr>
          <p:cNvSpPr/>
          <p:nvPr/>
        </p:nvSpPr>
        <p:spPr>
          <a:xfrm>
            <a:off x="902730" y="1273775"/>
            <a:ext cx="6977932" cy="4836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  <a:latin typeface="Mulish" panose="020B0604020202020204" charset="0"/>
                <a:ea typeface="Calibri" pitchFamily="34" charset="-122"/>
                <a:cs typeface="Calibri" pitchFamily="34" charset="-120"/>
              </a:rPr>
              <a:t>Aim: design, implement, and evaluate a low-cost smart grid sensor network that delivers real-time monitoring, short-term forecasting, and anomaly detection for SMEs.</a:t>
            </a:r>
            <a:endParaRPr lang="en-US" sz="1200" dirty="0">
              <a:solidFill>
                <a:schemeClr val="tx1"/>
              </a:solidFill>
              <a:latin typeface="Mulish" panose="020B0604020202020204" charset="0"/>
            </a:endParaRPr>
          </a:p>
        </p:txBody>
      </p:sp>
      <p:sp>
        <p:nvSpPr>
          <p:cNvPr id="16" name="Shape 4">
            <a:extLst>
              <a:ext uri="{FF2B5EF4-FFF2-40B4-BE49-F238E27FC236}">
                <a16:creationId xmlns:a16="http://schemas.microsoft.com/office/drawing/2014/main" id="{E569139D-42D5-4810-79DB-7569A7816DF8}"/>
              </a:ext>
            </a:extLst>
          </p:cNvPr>
          <p:cNvSpPr/>
          <p:nvPr/>
        </p:nvSpPr>
        <p:spPr>
          <a:xfrm>
            <a:off x="1466974" y="2073177"/>
            <a:ext cx="2130524" cy="1034924"/>
          </a:xfrm>
          <a:prstGeom prst="roundRect">
            <a:avLst>
              <a:gd name="adj" fmla="val 7143"/>
            </a:avLst>
          </a:prstGeom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</p:sp>
      <p:sp>
        <p:nvSpPr>
          <p:cNvPr id="18" name="Shape 4">
            <a:extLst>
              <a:ext uri="{FF2B5EF4-FFF2-40B4-BE49-F238E27FC236}">
                <a16:creationId xmlns:a16="http://schemas.microsoft.com/office/drawing/2014/main" id="{7020F01A-7D97-B757-0096-4B9763250160}"/>
              </a:ext>
            </a:extLst>
          </p:cNvPr>
          <p:cNvSpPr/>
          <p:nvPr/>
        </p:nvSpPr>
        <p:spPr>
          <a:xfrm>
            <a:off x="3798659" y="2073176"/>
            <a:ext cx="2130524" cy="1034923"/>
          </a:xfrm>
          <a:prstGeom prst="roundRect">
            <a:avLst>
              <a:gd name="adj" fmla="val 7143"/>
            </a:avLst>
          </a:prstGeom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</p:sp>
      <p:sp>
        <p:nvSpPr>
          <p:cNvPr id="20" name="Shape 4">
            <a:extLst>
              <a:ext uri="{FF2B5EF4-FFF2-40B4-BE49-F238E27FC236}">
                <a16:creationId xmlns:a16="http://schemas.microsoft.com/office/drawing/2014/main" id="{3588542D-6EBA-7C4F-D189-F5CDB7DC7019}"/>
              </a:ext>
            </a:extLst>
          </p:cNvPr>
          <p:cNvSpPr/>
          <p:nvPr/>
        </p:nvSpPr>
        <p:spPr>
          <a:xfrm>
            <a:off x="6130344" y="2073177"/>
            <a:ext cx="2130524" cy="1034922"/>
          </a:xfrm>
          <a:prstGeom prst="roundRect">
            <a:avLst>
              <a:gd name="adj" fmla="val 7143"/>
            </a:avLst>
          </a:prstGeom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</p:sp>
      <p:sp>
        <p:nvSpPr>
          <p:cNvPr id="22" name="Shape 4">
            <a:extLst>
              <a:ext uri="{FF2B5EF4-FFF2-40B4-BE49-F238E27FC236}">
                <a16:creationId xmlns:a16="http://schemas.microsoft.com/office/drawing/2014/main" id="{0D813C70-9AF8-F98B-CC07-DDABB42BA2A1}"/>
              </a:ext>
            </a:extLst>
          </p:cNvPr>
          <p:cNvSpPr/>
          <p:nvPr/>
        </p:nvSpPr>
        <p:spPr>
          <a:xfrm>
            <a:off x="1466974" y="3405925"/>
            <a:ext cx="2130524" cy="1034920"/>
          </a:xfrm>
          <a:prstGeom prst="roundRect">
            <a:avLst>
              <a:gd name="adj" fmla="val 7143"/>
            </a:avLst>
          </a:prstGeom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</p:sp>
      <p:sp>
        <p:nvSpPr>
          <p:cNvPr id="24" name="Shape 4">
            <a:extLst>
              <a:ext uri="{FF2B5EF4-FFF2-40B4-BE49-F238E27FC236}">
                <a16:creationId xmlns:a16="http://schemas.microsoft.com/office/drawing/2014/main" id="{F6E2A18A-5704-2C19-0F15-3232DD230A71}"/>
              </a:ext>
            </a:extLst>
          </p:cNvPr>
          <p:cNvSpPr/>
          <p:nvPr/>
        </p:nvSpPr>
        <p:spPr>
          <a:xfrm>
            <a:off x="3798659" y="3405924"/>
            <a:ext cx="2130524" cy="1034921"/>
          </a:xfrm>
          <a:prstGeom prst="roundRect">
            <a:avLst>
              <a:gd name="adj" fmla="val 7143"/>
            </a:avLst>
          </a:prstGeom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</p:sp>
      <p:sp>
        <p:nvSpPr>
          <p:cNvPr id="26" name="Shape 4">
            <a:extLst>
              <a:ext uri="{FF2B5EF4-FFF2-40B4-BE49-F238E27FC236}">
                <a16:creationId xmlns:a16="http://schemas.microsoft.com/office/drawing/2014/main" id="{F2FFCC0C-13D3-FD36-E02A-2CBC8AD30497}"/>
              </a:ext>
            </a:extLst>
          </p:cNvPr>
          <p:cNvSpPr/>
          <p:nvPr/>
        </p:nvSpPr>
        <p:spPr>
          <a:xfrm>
            <a:off x="6130344" y="3405925"/>
            <a:ext cx="2130524" cy="1034922"/>
          </a:xfrm>
          <a:prstGeom prst="roundRect">
            <a:avLst>
              <a:gd name="adj" fmla="val 7143"/>
            </a:avLst>
          </a:prstGeom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</p:sp>
      <p:sp>
        <p:nvSpPr>
          <p:cNvPr id="28" name="Text 5">
            <a:extLst>
              <a:ext uri="{FF2B5EF4-FFF2-40B4-BE49-F238E27FC236}">
                <a16:creationId xmlns:a16="http://schemas.microsoft.com/office/drawing/2014/main" id="{C75EC944-AE06-53EE-01A5-28728ECD62AA}"/>
              </a:ext>
            </a:extLst>
          </p:cNvPr>
          <p:cNvSpPr/>
          <p:nvPr/>
        </p:nvSpPr>
        <p:spPr>
          <a:xfrm>
            <a:off x="1524000" y="2481330"/>
            <a:ext cx="2073497" cy="4679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chemeClr val="bg1"/>
                </a:solidFill>
                <a:latin typeface="Mulish" panose="020B0604020202020204" charset="0"/>
                <a:ea typeface="Calibri" pitchFamily="34" charset="-122"/>
                <a:cs typeface="Calibri" pitchFamily="34" charset="-120"/>
              </a:rPr>
              <a:t>Review</a:t>
            </a:r>
          </a:p>
          <a:p>
            <a:pPr marL="0" indent="0">
              <a:buNone/>
            </a:pPr>
            <a:endParaRPr lang="en-US" sz="1050" b="1" dirty="0">
              <a:solidFill>
                <a:srgbClr val="1C7293"/>
              </a:solidFill>
              <a:latin typeface="Mulish" panose="020B0604020202020204" charset="0"/>
              <a:ea typeface="Calibri" pitchFamily="34" charset="-122"/>
              <a:cs typeface="Calibri" pitchFamily="34" charset="-12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Mulish" panose="020B0604020202020204" charset="0"/>
                <a:ea typeface="Calibri" pitchFamily="34" charset="-122"/>
                <a:cs typeface="Calibri" pitchFamily="34" charset="-120"/>
              </a:rPr>
              <a:t>Critically review IoT monitoring, forecasting, and anomaly detection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Mulish" panose="020B0604020202020204" charset="0"/>
              <a:ea typeface="+mn-ea"/>
              <a:cs typeface="+mn-cs"/>
            </a:endParaRPr>
          </a:p>
          <a:p>
            <a:pPr marL="0" indent="0">
              <a:buNone/>
            </a:pPr>
            <a:endParaRPr lang="en-US" sz="1400" dirty="0"/>
          </a:p>
        </p:txBody>
      </p:sp>
      <p:sp>
        <p:nvSpPr>
          <p:cNvPr id="30" name="Text 5">
            <a:extLst>
              <a:ext uri="{FF2B5EF4-FFF2-40B4-BE49-F238E27FC236}">
                <a16:creationId xmlns:a16="http://schemas.microsoft.com/office/drawing/2014/main" id="{33A0DEE0-0596-D183-0834-7BBEAB56C17E}"/>
              </a:ext>
            </a:extLst>
          </p:cNvPr>
          <p:cNvSpPr/>
          <p:nvPr/>
        </p:nvSpPr>
        <p:spPr>
          <a:xfrm>
            <a:off x="3893712" y="2436253"/>
            <a:ext cx="1974761" cy="4679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chemeClr val="bg1"/>
                </a:solidFill>
                <a:latin typeface="Mulish" panose="020B0604020202020204" charset="0"/>
                <a:ea typeface="Calibri" pitchFamily="34" charset="-122"/>
                <a:cs typeface="Calibri" pitchFamily="34" charset="-120"/>
              </a:rPr>
              <a:t>Data</a:t>
            </a:r>
          </a:p>
          <a:p>
            <a:pPr marL="0" indent="0">
              <a:buNone/>
            </a:pPr>
            <a:endParaRPr lang="en-US" sz="1050" b="1" dirty="0">
              <a:solidFill>
                <a:srgbClr val="1C7293"/>
              </a:solidFill>
              <a:latin typeface="Mulish" panose="020B0604020202020204" charset="0"/>
              <a:ea typeface="Calibri" pitchFamily="34" charset="-122"/>
              <a:cs typeface="Calibri" pitchFamily="34" charset="-12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Mulish" panose="020B0604020202020204" charset="0"/>
                <a:ea typeface="Calibri" pitchFamily="34" charset="-122"/>
                <a:cs typeface="Calibri" pitchFamily="34" charset="-120"/>
              </a:rPr>
              <a:t>Build a documented, leakage-free preprocessing pipeline</a:t>
            </a:r>
          </a:p>
          <a:p>
            <a:pPr marL="0" indent="0">
              <a:buNone/>
            </a:pPr>
            <a:endParaRPr lang="en-US" sz="1400" dirty="0"/>
          </a:p>
        </p:txBody>
      </p:sp>
      <p:sp>
        <p:nvSpPr>
          <p:cNvPr id="32" name="Text 5">
            <a:extLst>
              <a:ext uri="{FF2B5EF4-FFF2-40B4-BE49-F238E27FC236}">
                <a16:creationId xmlns:a16="http://schemas.microsoft.com/office/drawing/2014/main" id="{2833240D-69D7-470A-2AF2-9B8F99BE00B9}"/>
              </a:ext>
            </a:extLst>
          </p:cNvPr>
          <p:cNvSpPr/>
          <p:nvPr/>
        </p:nvSpPr>
        <p:spPr>
          <a:xfrm>
            <a:off x="1523998" y="3720061"/>
            <a:ext cx="2073497" cy="4679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chemeClr val="bg1"/>
                </a:solidFill>
                <a:latin typeface="Mulish" panose="020B0604020202020204" charset="0"/>
                <a:ea typeface="Calibri" pitchFamily="34" charset="-122"/>
                <a:cs typeface="Calibri" pitchFamily="34" charset="-120"/>
              </a:rPr>
              <a:t>Forecast</a:t>
            </a:r>
          </a:p>
          <a:p>
            <a:pPr marL="0" indent="0">
              <a:buNone/>
            </a:pPr>
            <a:endParaRPr lang="en-US" sz="1050" b="1" dirty="0">
              <a:solidFill>
                <a:srgbClr val="1C7293"/>
              </a:solidFill>
              <a:latin typeface="Mulish" panose="020B0604020202020204" charset="0"/>
              <a:ea typeface="Calibri" pitchFamily="34" charset="-122"/>
              <a:cs typeface="Calibri" pitchFamily="34" charset="-12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Mulish" panose="020B0604020202020204" charset="0"/>
                <a:ea typeface="Calibri" pitchFamily="34" charset="-122"/>
                <a:cs typeface="Calibri" pitchFamily="34" charset="-120"/>
              </a:rPr>
              <a:t>Develop an LSTM forecaster; benchmark against baselines</a:t>
            </a:r>
          </a:p>
          <a:p>
            <a:pPr marL="0" indent="0">
              <a:buNone/>
            </a:pPr>
            <a:endParaRPr lang="en-US" sz="1400" dirty="0"/>
          </a:p>
        </p:txBody>
      </p:sp>
      <p:sp>
        <p:nvSpPr>
          <p:cNvPr id="34" name="Text 5">
            <a:extLst>
              <a:ext uri="{FF2B5EF4-FFF2-40B4-BE49-F238E27FC236}">
                <a16:creationId xmlns:a16="http://schemas.microsoft.com/office/drawing/2014/main" id="{2BC31D28-ABED-4EC1-A603-A973CE0F5F95}"/>
              </a:ext>
            </a:extLst>
          </p:cNvPr>
          <p:cNvSpPr/>
          <p:nvPr/>
        </p:nvSpPr>
        <p:spPr>
          <a:xfrm>
            <a:off x="3844338" y="3775657"/>
            <a:ext cx="2024135" cy="41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chemeClr val="bg1"/>
                </a:solidFill>
                <a:latin typeface="Mulish" panose="020B0604020202020204" charset="0"/>
                <a:ea typeface="Calibri" pitchFamily="34" charset="-122"/>
                <a:cs typeface="Calibri" pitchFamily="34" charset="-120"/>
              </a:rPr>
              <a:t>Detect</a:t>
            </a:r>
          </a:p>
          <a:p>
            <a:pPr marL="0" indent="0" algn="ctr">
              <a:buNone/>
            </a:pPr>
            <a:endParaRPr lang="en-US" sz="1050" b="1" dirty="0">
              <a:solidFill>
                <a:schemeClr val="bg1"/>
              </a:solidFill>
              <a:latin typeface="Mulish" panose="020B0604020202020204" charset="0"/>
              <a:ea typeface="Calibri" pitchFamily="34" charset="-122"/>
              <a:cs typeface="Calibri" pitchFamily="34" charset="-120"/>
            </a:endParaRPr>
          </a:p>
          <a:p>
            <a:pPr marL="0" indent="0" algn="ctr">
              <a:buNone/>
            </a:pPr>
            <a:r>
              <a:rPr lang="en-US" sz="1050" dirty="0">
                <a:solidFill>
                  <a:schemeClr val="tx1"/>
                </a:solidFill>
                <a:latin typeface="Mulish" panose="020B0604020202020204" charset="0"/>
                <a:ea typeface="Calibri" pitchFamily="34" charset="-122"/>
                <a:cs typeface="Calibri" pitchFamily="34" charset="-120"/>
              </a:rPr>
              <a:t>Implement unsupervised Isolation Forest detection</a:t>
            </a:r>
            <a:endParaRPr lang="en-US" sz="1050" dirty="0">
              <a:solidFill>
                <a:schemeClr val="tx1"/>
              </a:solidFill>
              <a:latin typeface="Mulish" panose="020B0604020202020204" charset="0"/>
            </a:endParaRPr>
          </a:p>
          <a:p>
            <a:pPr marL="0" indent="0">
              <a:buNone/>
            </a:pPr>
            <a:endParaRPr lang="en-US" sz="1400" dirty="0"/>
          </a:p>
        </p:txBody>
      </p:sp>
      <p:sp>
        <p:nvSpPr>
          <p:cNvPr id="36" name="Text 5">
            <a:extLst>
              <a:ext uri="{FF2B5EF4-FFF2-40B4-BE49-F238E27FC236}">
                <a16:creationId xmlns:a16="http://schemas.microsoft.com/office/drawing/2014/main" id="{51424E8A-2F4E-F1D5-7D85-32B797747AF6}"/>
              </a:ext>
            </a:extLst>
          </p:cNvPr>
          <p:cNvSpPr/>
          <p:nvPr/>
        </p:nvSpPr>
        <p:spPr>
          <a:xfrm>
            <a:off x="6158857" y="2485621"/>
            <a:ext cx="2073497" cy="4679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chemeClr val="bg1"/>
                </a:solidFill>
                <a:latin typeface="Mulish" panose="020B0604020202020204" charset="0"/>
                <a:ea typeface="Calibri" pitchFamily="34" charset="-122"/>
                <a:cs typeface="Calibri" pitchFamily="34" charset="-120"/>
              </a:rPr>
              <a:t>Sense</a:t>
            </a:r>
          </a:p>
          <a:p>
            <a:pPr marL="0" indent="0">
              <a:buNone/>
            </a:pPr>
            <a:endParaRPr lang="en-US" sz="1050" b="1" dirty="0">
              <a:solidFill>
                <a:srgbClr val="1C7293"/>
              </a:solidFill>
              <a:latin typeface="Mulish" panose="020B0604020202020204" charset="0"/>
              <a:ea typeface="Calibri" pitchFamily="34" charset="-122"/>
              <a:cs typeface="Calibri" pitchFamily="34" charset="-12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Mulish" panose="020B0604020202020204" charset="0"/>
                <a:ea typeface="Calibri" pitchFamily="34" charset="-122"/>
                <a:cs typeface="Calibri" pitchFamily="34" charset="-120"/>
              </a:rPr>
              <a:t>Design IoT sensing on a £30 embedded platform</a:t>
            </a:r>
          </a:p>
          <a:p>
            <a:pPr marL="0" indent="0">
              <a:buNone/>
            </a:pPr>
            <a:endParaRPr lang="en-US" sz="1400" dirty="0"/>
          </a:p>
        </p:txBody>
      </p:sp>
      <p:sp>
        <p:nvSpPr>
          <p:cNvPr id="38" name="Text 5">
            <a:extLst>
              <a:ext uri="{FF2B5EF4-FFF2-40B4-BE49-F238E27FC236}">
                <a16:creationId xmlns:a16="http://schemas.microsoft.com/office/drawing/2014/main" id="{0E025C61-C85E-28EF-64AA-ECC0B1E070A7}"/>
              </a:ext>
            </a:extLst>
          </p:cNvPr>
          <p:cNvSpPr/>
          <p:nvPr/>
        </p:nvSpPr>
        <p:spPr>
          <a:xfrm>
            <a:off x="6187371" y="3816439"/>
            <a:ext cx="2044983" cy="427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chemeClr val="bg1"/>
                </a:solidFill>
                <a:latin typeface="Mulish" panose="020B0604020202020204" charset="0"/>
                <a:ea typeface="Calibri" pitchFamily="34" charset="-122"/>
                <a:cs typeface="Calibri" pitchFamily="34" charset="-120"/>
              </a:rPr>
              <a:t>Release</a:t>
            </a:r>
          </a:p>
          <a:p>
            <a:pPr marL="0" indent="0">
              <a:buNone/>
            </a:pPr>
            <a:endParaRPr lang="en-US" sz="1050" b="1" dirty="0">
              <a:solidFill>
                <a:srgbClr val="1C7293"/>
              </a:solidFill>
              <a:latin typeface="Mulish" panose="020B0604020202020204" charset="0"/>
              <a:ea typeface="Calibri" pitchFamily="34" charset="-122"/>
              <a:cs typeface="Calibri" pitchFamily="34" charset="-12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Mulish" panose="020B0604020202020204" charset="0"/>
                <a:ea typeface="Calibri" pitchFamily="34" charset="-122"/>
                <a:cs typeface="Calibri" pitchFamily="34" charset="-120"/>
              </a:rPr>
              <a:t>Publish code, data, and models as a reproducible artefact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Mulish" panose="020B0604020202020204" charset="0"/>
              <a:ea typeface="+mn-ea"/>
              <a:cs typeface="+mn-cs"/>
            </a:endParaRPr>
          </a:p>
          <a:p>
            <a:pPr marL="0" indent="0">
              <a:buNone/>
            </a:pP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Google Shape;648;p37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2600" dirty="0"/>
              <a:t>System Overview: Pipeline Architecture</a:t>
            </a:r>
          </a:p>
        </p:txBody>
      </p:sp>
      <p:sp>
        <p:nvSpPr>
          <p:cNvPr id="14" name="Shape 2">
            <a:extLst>
              <a:ext uri="{FF2B5EF4-FFF2-40B4-BE49-F238E27FC236}">
                <a16:creationId xmlns:a16="http://schemas.microsoft.com/office/drawing/2014/main" id="{57AC561B-3815-9578-7FB2-AFEB0610425B}"/>
              </a:ext>
            </a:extLst>
          </p:cNvPr>
          <p:cNvSpPr/>
          <p:nvPr/>
        </p:nvSpPr>
        <p:spPr>
          <a:xfrm>
            <a:off x="1916593" y="1283918"/>
            <a:ext cx="1569289" cy="1695198"/>
          </a:xfrm>
          <a:prstGeom prst="roundRect">
            <a:avLst>
              <a:gd name="adj" fmla="val 5263"/>
            </a:avLst>
          </a:prstGeom>
          <a:solidFill>
            <a:srgbClr val="F4F7FA"/>
          </a:solidFill>
          <a:ln w="12700">
            <a:solidFill>
              <a:srgbClr val="D8E2EA"/>
            </a:solidFill>
            <a:prstDash val="solid"/>
          </a:ln>
        </p:spPr>
      </p:sp>
      <p:sp>
        <p:nvSpPr>
          <p:cNvPr id="16" name="Shape 2">
            <a:extLst>
              <a:ext uri="{FF2B5EF4-FFF2-40B4-BE49-F238E27FC236}">
                <a16:creationId xmlns:a16="http://schemas.microsoft.com/office/drawing/2014/main" id="{BE68A252-919F-BCE5-5366-219556DD692D}"/>
              </a:ext>
            </a:extLst>
          </p:cNvPr>
          <p:cNvSpPr/>
          <p:nvPr/>
        </p:nvSpPr>
        <p:spPr>
          <a:xfrm>
            <a:off x="105394" y="1283918"/>
            <a:ext cx="1568860" cy="1706555"/>
          </a:xfrm>
          <a:prstGeom prst="roundRect">
            <a:avLst>
              <a:gd name="adj" fmla="val 5263"/>
            </a:avLst>
          </a:prstGeom>
          <a:solidFill>
            <a:srgbClr val="F4F7FA"/>
          </a:solidFill>
          <a:ln w="12700">
            <a:solidFill>
              <a:srgbClr val="D8E2EA"/>
            </a:solidFill>
            <a:prstDash val="solid"/>
          </a:ln>
        </p:spPr>
      </p:sp>
      <p:sp>
        <p:nvSpPr>
          <p:cNvPr id="20" name="Shape 2">
            <a:extLst>
              <a:ext uri="{FF2B5EF4-FFF2-40B4-BE49-F238E27FC236}">
                <a16:creationId xmlns:a16="http://schemas.microsoft.com/office/drawing/2014/main" id="{40B7056D-EC6C-BF7E-E35B-03CF4ADA132B}"/>
              </a:ext>
            </a:extLst>
          </p:cNvPr>
          <p:cNvSpPr/>
          <p:nvPr/>
        </p:nvSpPr>
        <p:spPr>
          <a:xfrm>
            <a:off x="3735253" y="1272561"/>
            <a:ext cx="1562257" cy="1706555"/>
          </a:xfrm>
          <a:prstGeom prst="roundRect">
            <a:avLst>
              <a:gd name="adj" fmla="val 5263"/>
            </a:avLst>
          </a:prstGeom>
          <a:solidFill>
            <a:srgbClr val="F4F7FA"/>
          </a:solidFill>
          <a:ln w="12700">
            <a:solidFill>
              <a:srgbClr val="D8E2EA"/>
            </a:solidFill>
            <a:prstDash val="solid"/>
          </a:ln>
        </p:spPr>
      </p:sp>
      <p:sp>
        <p:nvSpPr>
          <p:cNvPr id="22" name="Shape 2">
            <a:extLst>
              <a:ext uri="{FF2B5EF4-FFF2-40B4-BE49-F238E27FC236}">
                <a16:creationId xmlns:a16="http://schemas.microsoft.com/office/drawing/2014/main" id="{FBBD1BC9-217B-AC30-983B-00FCBC5D2A02}"/>
              </a:ext>
            </a:extLst>
          </p:cNvPr>
          <p:cNvSpPr/>
          <p:nvPr/>
        </p:nvSpPr>
        <p:spPr>
          <a:xfrm>
            <a:off x="7351477" y="1283918"/>
            <a:ext cx="1569289" cy="1706555"/>
          </a:xfrm>
          <a:prstGeom prst="roundRect">
            <a:avLst>
              <a:gd name="adj" fmla="val 5263"/>
            </a:avLst>
          </a:prstGeom>
          <a:solidFill>
            <a:srgbClr val="F4F7FA"/>
          </a:solidFill>
          <a:ln w="12700">
            <a:solidFill>
              <a:srgbClr val="D8E2EA"/>
            </a:solidFill>
            <a:prstDash val="solid"/>
          </a:ln>
        </p:spPr>
      </p:sp>
      <p:sp>
        <p:nvSpPr>
          <p:cNvPr id="24" name="Shape 2">
            <a:extLst>
              <a:ext uri="{FF2B5EF4-FFF2-40B4-BE49-F238E27FC236}">
                <a16:creationId xmlns:a16="http://schemas.microsoft.com/office/drawing/2014/main" id="{19AE3A31-16F7-C4CF-82A8-FB09DC9EEE37}"/>
              </a:ext>
            </a:extLst>
          </p:cNvPr>
          <p:cNvSpPr/>
          <p:nvPr/>
        </p:nvSpPr>
        <p:spPr>
          <a:xfrm>
            <a:off x="5539849" y="1272561"/>
            <a:ext cx="1569289" cy="1706555"/>
          </a:xfrm>
          <a:prstGeom prst="roundRect">
            <a:avLst>
              <a:gd name="adj" fmla="val 5263"/>
            </a:avLst>
          </a:prstGeom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26" name="Text 3">
            <a:extLst>
              <a:ext uri="{FF2B5EF4-FFF2-40B4-BE49-F238E27FC236}">
                <a16:creationId xmlns:a16="http://schemas.microsoft.com/office/drawing/2014/main" id="{A1AA6CE1-B40A-8975-F6CB-A33F118DEA2D}"/>
              </a:ext>
            </a:extLst>
          </p:cNvPr>
          <p:cNvSpPr/>
          <p:nvPr/>
        </p:nvSpPr>
        <p:spPr>
          <a:xfrm>
            <a:off x="-170536" y="1483216"/>
            <a:ext cx="1965960" cy="13758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chemeClr val="tx1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Ingest</a:t>
            </a:r>
          </a:p>
          <a:p>
            <a:pPr marL="0" indent="0" algn="ctr">
              <a:buNone/>
            </a:pPr>
            <a:endParaRPr lang="en-US" sz="1700" b="1" dirty="0">
              <a:solidFill>
                <a:schemeClr val="tx1"/>
              </a:solidFill>
              <a:latin typeface="Times New Roman" panose="02020603050405020304" pitchFamily="18" charset="0"/>
              <a:ea typeface="Cambria" pitchFamily="34" charset="-122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Raw dataset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or sensor feed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endParaRPr lang="en-US" sz="17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Shape 5">
            <a:extLst>
              <a:ext uri="{FF2B5EF4-FFF2-40B4-BE49-F238E27FC236}">
                <a16:creationId xmlns:a16="http://schemas.microsoft.com/office/drawing/2014/main" id="{E7672E63-F98A-D374-F50D-7668264BC2DD}"/>
              </a:ext>
            </a:extLst>
          </p:cNvPr>
          <p:cNvSpPr/>
          <p:nvPr/>
        </p:nvSpPr>
        <p:spPr>
          <a:xfrm>
            <a:off x="1674253" y="2064269"/>
            <a:ext cx="242339" cy="329184"/>
          </a:xfrm>
          <a:prstGeom prst="rightArrow">
            <a:avLst/>
          </a:prstGeom>
          <a:solidFill>
            <a:srgbClr val="9FB4C4"/>
          </a:solidFill>
          <a:ln w="12700">
            <a:solidFill>
              <a:srgbClr val="9FB4C4"/>
            </a:solidFill>
            <a:prstDash val="solid"/>
          </a:ln>
        </p:spPr>
      </p:sp>
      <p:sp>
        <p:nvSpPr>
          <p:cNvPr id="30" name="Shape 5">
            <a:extLst>
              <a:ext uri="{FF2B5EF4-FFF2-40B4-BE49-F238E27FC236}">
                <a16:creationId xmlns:a16="http://schemas.microsoft.com/office/drawing/2014/main" id="{8696533F-D64F-D117-7E21-08EA3A609B25}"/>
              </a:ext>
            </a:extLst>
          </p:cNvPr>
          <p:cNvSpPr/>
          <p:nvPr/>
        </p:nvSpPr>
        <p:spPr>
          <a:xfrm>
            <a:off x="3485882" y="2064269"/>
            <a:ext cx="242339" cy="329184"/>
          </a:xfrm>
          <a:prstGeom prst="rightArrow">
            <a:avLst/>
          </a:prstGeom>
          <a:solidFill>
            <a:srgbClr val="9FB4C4"/>
          </a:solidFill>
          <a:ln w="12700">
            <a:solidFill>
              <a:srgbClr val="9FB4C4"/>
            </a:solidFill>
            <a:prstDash val="solid"/>
          </a:ln>
        </p:spPr>
      </p:sp>
      <p:sp>
        <p:nvSpPr>
          <p:cNvPr id="32" name="Shape 5">
            <a:extLst>
              <a:ext uri="{FF2B5EF4-FFF2-40B4-BE49-F238E27FC236}">
                <a16:creationId xmlns:a16="http://schemas.microsoft.com/office/drawing/2014/main" id="{392A561D-B263-BFE8-7B3D-4F97A7DFD09F}"/>
              </a:ext>
            </a:extLst>
          </p:cNvPr>
          <p:cNvSpPr/>
          <p:nvPr/>
        </p:nvSpPr>
        <p:spPr>
          <a:xfrm>
            <a:off x="5297510" y="2066545"/>
            <a:ext cx="242339" cy="329184"/>
          </a:xfrm>
          <a:prstGeom prst="rightArrow">
            <a:avLst/>
          </a:prstGeom>
          <a:solidFill>
            <a:srgbClr val="9FB4C4"/>
          </a:solidFill>
          <a:ln w="12700">
            <a:solidFill>
              <a:srgbClr val="9FB4C4"/>
            </a:solidFill>
            <a:prstDash val="solid"/>
          </a:ln>
        </p:spPr>
      </p:sp>
      <p:sp>
        <p:nvSpPr>
          <p:cNvPr id="34" name="Shape 5">
            <a:extLst>
              <a:ext uri="{FF2B5EF4-FFF2-40B4-BE49-F238E27FC236}">
                <a16:creationId xmlns:a16="http://schemas.microsoft.com/office/drawing/2014/main" id="{9E16E386-7150-2A7E-9115-EF2348BB4AE8}"/>
              </a:ext>
            </a:extLst>
          </p:cNvPr>
          <p:cNvSpPr/>
          <p:nvPr/>
        </p:nvSpPr>
        <p:spPr>
          <a:xfrm>
            <a:off x="7109138" y="2064269"/>
            <a:ext cx="242339" cy="329184"/>
          </a:xfrm>
          <a:prstGeom prst="rightArrow">
            <a:avLst/>
          </a:prstGeom>
          <a:solidFill>
            <a:srgbClr val="9FB4C4"/>
          </a:solidFill>
          <a:ln w="12700">
            <a:solidFill>
              <a:srgbClr val="9FB4C4"/>
            </a:solidFill>
            <a:prstDash val="solid"/>
          </a:ln>
        </p:spPr>
      </p:sp>
      <p:sp>
        <p:nvSpPr>
          <p:cNvPr id="36" name="Text 3">
            <a:extLst>
              <a:ext uri="{FF2B5EF4-FFF2-40B4-BE49-F238E27FC236}">
                <a16:creationId xmlns:a16="http://schemas.microsoft.com/office/drawing/2014/main" id="{B220C526-073A-EE0D-F54D-E0D8A092F433}"/>
              </a:ext>
            </a:extLst>
          </p:cNvPr>
          <p:cNvSpPr/>
          <p:nvPr/>
        </p:nvSpPr>
        <p:spPr>
          <a:xfrm>
            <a:off x="1597089" y="1483216"/>
            <a:ext cx="1965960" cy="13758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chemeClr val="tx1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   Clean</a:t>
            </a:r>
          </a:p>
          <a:p>
            <a:pPr marL="0" indent="0" algn="ctr">
              <a:buNone/>
            </a:pPr>
            <a:endParaRPr lang="en-US" sz="1700" b="1" dirty="0">
              <a:solidFill>
                <a:schemeClr val="tx1"/>
              </a:solidFill>
              <a:latin typeface="Times New Roman" panose="02020603050405020304" pitchFamily="18" charset="0"/>
              <a:ea typeface="Cambria" pitchFamily="34" charset="-122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150" dirty="0">
                <a:solidFill>
                  <a:schemeClr val="tx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Forward-fill,</a:t>
            </a:r>
            <a:endParaRPr lang="en-US" sz="115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150" dirty="0">
                <a:solidFill>
                  <a:schemeClr val="tx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resample hourly</a:t>
            </a:r>
            <a:endParaRPr lang="en-US" sz="115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endParaRPr lang="en-US" sz="17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Text 3">
            <a:extLst>
              <a:ext uri="{FF2B5EF4-FFF2-40B4-BE49-F238E27FC236}">
                <a16:creationId xmlns:a16="http://schemas.microsoft.com/office/drawing/2014/main" id="{A9168290-AF5C-BD5C-2977-B9D0609249BE}"/>
              </a:ext>
            </a:extLst>
          </p:cNvPr>
          <p:cNvSpPr/>
          <p:nvPr/>
        </p:nvSpPr>
        <p:spPr>
          <a:xfrm>
            <a:off x="3375554" y="1483216"/>
            <a:ext cx="1965960" cy="13758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chemeClr val="tx1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     Prepare</a:t>
            </a:r>
          </a:p>
          <a:p>
            <a:pPr marL="0" indent="0" algn="ctr">
              <a:buNone/>
            </a:pPr>
            <a:endParaRPr lang="en-US" sz="1700" b="1" dirty="0">
              <a:solidFill>
                <a:schemeClr val="tx1"/>
              </a:solidFill>
              <a:latin typeface="Times New Roman" panose="02020603050405020304" pitchFamily="18" charset="0"/>
              <a:ea typeface="Cambria" pitchFamily="34" charset="-122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       Scale, window,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       chronological split</a:t>
            </a:r>
          </a:p>
          <a:p>
            <a:pPr marL="0" indent="0" algn="ctr">
              <a:buNone/>
            </a:pPr>
            <a:endParaRPr lang="en-US" sz="17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Text 3">
            <a:extLst>
              <a:ext uri="{FF2B5EF4-FFF2-40B4-BE49-F238E27FC236}">
                <a16:creationId xmlns:a16="http://schemas.microsoft.com/office/drawing/2014/main" id="{12488518-F74F-6CCD-E174-EE7F71C2D91A}"/>
              </a:ext>
            </a:extLst>
          </p:cNvPr>
          <p:cNvSpPr/>
          <p:nvPr/>
        </p:nvSpPr>
        <p:spPr>
          <a:xfrm>
            <a:off x="5223565" y="1483216"/>
            <a:ext cx="1965960" cy="13758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chemeClr val="tx1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Model</a:t>
            </a:r>
          </a:p>
          <a:p>
            <a:pPr marL="0" indent="0" algn="ctr">
              <a:buNone/>
            </a:pPr>
            <a:endParaRPr lang="en-US" sz="1700" b="1" dirty="0">
              <a:solidFill>
                <a:srgbClr val="13293D"/>
              </a:solidFill>
              <a:latin typeface="Times New Roman" panose="02020603050405020304" pitchFamily="18" charset="0"/>
              <a:ea typeface="Cambria" pitchFamily="34" charset="-122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150" dirty="0">
                <a:solidFill>
                  <a:schemeClr val="tx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    LSTM forecast +</a:t>
            </a:r>
            <a:endParaRPr lang="en-US" sz="115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150" dirty="0">
                <a:solidFill>
                  <a:schemeClr val="tx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  Isolation Forest</a:t>
            </a:r>
            <a:endParaRPr lang="en-US" sz="115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Text 3">
            <a:extLst>
              <a:ext uri="{FF2B5EF4-FFF2-40B4-BE49-F238E27FC236}">
                <a16:creationId xmlns:a16="http://schemas.microsoft.com/office/drawing/2014/main" id="{324D669C-B020-B8C4-3959-545411776520}"/>
              </a:ext>
            </a:extLst>
          </p:cNvPr>
          <p:cNvSpPr/>
          <p:nvPr/>
        </p:nvSpPr>
        <p:spPr>
          <a:xfrm>
            <a:off x="7109138" y="1433847"/>
            <a:ext cx="1965960" cy="13758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chemeClr val="tx1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Serve</a:t>
            </a:r>
          </a:p>
          <a:p>
            <a:pPr marL="0" indent="0" algn="ctr">
              <a:buNone/>
            </a:pPr>
            <a:endParaRPr lang="en-US" sz="1700" b="1" dirty="0">
              <a:solidFill>
                <a:schemeClr val="tx1"/>
              </a:solidFill>
              <a:latin typeface="Times New Roman" panose="02020603050405020304" pitchFamily="18" charset="0"/>
              <a:ea typeface="Cambria" pitchFamily="34" charset="-122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150" dirty="0" err="1">
                <a:solidFill>
                  <a:schemeClr val="tx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Streamlit</a:t>
            </a:r>
            <a:endParaRPr lang="en-US" sz="115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150" dirty="0">
                <a:solidFill>
                  <a:schemeClr val="tx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dashboard</a:t>
            </a:r>
            <a:endParaRPr lang="en-US" sz="115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endParaRPr lang="en-US" sz="17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 21">
            <a:extLst>
              <a:ext uri="{FF2B5EF4-FFF2-40B4-BE49-F238E27FC236}">
                <a16:creationId xmlns:a16="http://schemas.microsoft.com/office/drawing/2014/main" id="{8B836AE2-16E2-3835-2D5F-EB82D170C22A}"/>
              </a:ext>
            </a:extLst>
          </p:cNvPr>
          <p:cNvSpPr/>
          <p:nvPr/>
        </p:nvSpPr>
        <p:spPr>
          <a:xfrm>
            <a:off x="262299" y="3162193"/>
            <a:ext cx="8624123" cy="409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Leakage control: the chronological split happens BEFORE the scaler is fitted — training statistics never see future data.</a:t>
            </a:r>
            <a:endParaRPr lang="en-US" sz="1400" dirty="0"/>
          </a:p>
        </p:txBody>
      </p:sp>
      <p:sp>
        <p:nvSpPr>
          <p:cNvPr id="46" name="Text 22">
            <a:extLst>
              <a:ext uri="{FF2B5EF4-FFF2-40B4-BE49-F238E27FC236}">
                <a16:creationId xmlns:a16="http://schemas.microsoft.com/office/drawing/2014/main" id="{116BA14B-49EA-377D-A370-0C1903BEFCE9}"/>
              </a:ext>
            </a:extLst>
          </p:cNvPr>
          <p:cNvSpPr/>
          <p:nvPr/>
        </p:nvSpPr>
        <p:spPr>
          <a:xfrm>
            <a:off x="345906" y="3683981"/>
            <a:ext cx="2032393" cy="4799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2,075,259</a:t>
            </a:r>
            <a:endParaRPr lang="en-US" sz="3200" dirty="0"/>
          </a:p>
        </p:txBody>
      </p:sp>
      <p:sp>
        <p:nvSpPr>
          <p:cNvPr id="48" name="Text 24">
            <a:extLst>
              <a:ext uri="{FF2B5EF4-FFF2-40B4-BE49-F238E27FC236}">
                <a16:creationId xmlns:a16="http://schemas.microsoft.com/office/drawing/2014/main" id="{C063EBDE-452C-57B4-0C97-954BE377C387}"/>
              </a:ext>
            </a:extLst>
          </p:cNvPr>
          <p:cNvSpPr/>
          <p:nvPr/>
        </p:nvSpPr>
        <p:spPr>
          <a:xfrm>
            <a:off x="2422195" y="3594795"/>
            <a:ext cx="1819033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34,589</a:t>
            </a:r>
            <a:endParaRPr lang="en-US" sz="3200" dirty="0"/>
          </a:p>
        </p:txBody>
      </p:sp>
      <p:sp>
        <p:nvSpPr>
          <p:cNvPr id="50" name="Text 26">
            <a:extLst>
              <a:ext uri="{FF2B5EF4-FFF2-40B4-BE49-F238E27FC236}">
                <a16:creationId xmlns:a16="http://schemas.microsoft.com/office/drawing/2014/main" id="{F7D6B7BE-50FB-9F8C-4584-76568475DF74}"/>
              </a:ext>
            </a:extLst>
          </p:cNvPr>
          <p:cNvSpPr/>
          <p:nvPr/>
        </p:nvSpPr>
        <p:spPr>
          <a:xfrm>
            <a:off x="4285124" y="3605796"/>
            <a:ext cx="1819033" cy="5691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34,565</a:t>
            </a:r>
            <a:endParaRPr lang="en-US" sz="3200" dirty="0"/>
          </a:p>
        </p:txBody>
      </p:sp>
      <p:sp>
        <p:nvSpPr>
          <p:cNvPr id="52" name="Text 28">
            <a:extLst>
              <a:ext uri="{FF2B5EF4-FFF2-40B4-BE49-F238E27FC236}">
                <a16:creationId xmlns:a16="http://schemas.microsoft.com/office/drawing/2014/main" id="{D7E37D20-2FA4-5D89-EE09-2F05F14D6065}"/>
              </a:ext>
            </a:extLst>
          </p:cNvPr>
          <p:cNvSpPr/>
          <p:nvPr/>
        </p:nvSpPr>
        <p:spPr>
          <a:xfrm>
            <a:off x="6152293" y="3574661"/>
            <a:ext cx="2074464" cy="5691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70/15/15</a:t>
            </a:r>
            <a:endParaRPr lang="en-US" sz="3200" dirty="0"/>
          </a:p>
        </p:txBody>
      </p:sp>
      <p:sp>
        <p:nvSpPr>
          <p:cNvPr id="54" name="Text 23">
            <a:extLst>
              <a:ext uri="{FF2B5EF4-FFF2-40B4-BE49-F238E27FC236}">
                <a16:creationId xmlns:a16="http://schemas.microsoft.com/office/drawing/2014/main" id="{DDF2000D-EFF2-61B3-55B2-0E16FAA06ADB}"/>
              </a:ext>
            </a:extLst>
          </p:cNvPr>
          <p:cNvSpPr/>
          <p:nvPr/>
        </p:nvSpPr>
        <p:spPr>
          <a:xfrm>
            <a:off x="199839" y="4276432"/>
            <a:ext cx="2126944" cy="2310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UCI records</a:t>
            </a:r>
            <a:endParaRPr lang="en-US" sz="1200" dirty="0"/>
          </a:p>
        </p:txBody>
      </p:sp>
      <p:sp>
        <p:nvSpPr>
          <p:cNvPr id="56" name="Text 25">
            <a:extLst>
              <a:ext uri="{FF2B5EF4-FFF2-40B4-BE49-F238E27FC236}">
                <a16:creationId xmlns:a16="http://schemas.microsoft.com/office/drawing/2014/main" id="{21A067D4-DA77-E284-1664-E9C8CF259D54}"/>
              </a:ext>
            </a:extLst>
          </p:cNvPr>
          <p:cNvSpPr/>
          <p:nvPr/>
        </p:nvSpPr>
        <p:spPr>
          <a:xfrm>
            <a:off x="2095394" y="4163977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hourly rows</a:t>
            </a:r>
            <a:endParaRPr lang="en-US" sz="1200" dirty="0"/>
          </a:p>
        </p:txBody>
      </p:sp>
      <p:sp>
        <p:nvSpPr>
          <p:cNvPr id="58" name="Text 27">
            <a:extLst>
              <a:ext uri="{FF2B5EF4-FFF2-40B4-BE49-F238E27FC236}">
                <a16:creationId xmlns:a16="http://schemas.microsoft.com/office/drawing/2014/main" id="{C9900F82-AAC5-CEEA-CB5F-7DFDC4E1F595}"/>
              </a:ext>
            </a:extLst>
          </p:cNvPr>
          <p:cNvSpPr/>
          <p:nvPr/>
        </p:nvSpPr>
        <p:spPr>
          <a:xfrm>
            <a:off x="3943405" y="4187396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24-hour sequences</a:t>
            </a:r>
            <a:endParaRPr lang="en-US" sz="1200" dirty="0"/>
          </a:p>
        </p:txBody>
      </p:sp>
      <p:sp>
        <p:nvSpPr>
          <p:cNvPr id="60" name="Text 29">
            <a:extLst>
              <a:ext uri="{FF2B5EF4-FFF2-40B4-BE49-F238E27FC236}">
                <a16:creationId xmlns:a16="http://schemas.microsoft.com/office/drawing/2014/main" id="{DC5BD2EC-0CD3-F57F-D843-BC044E01DA83}"/>
              </a:ext>
            </a:extLst>
          </p:cNvPr>
          <p:cNvSpPr/>
          <p:nvPr/>
        </p:nvSpPr>
        <p:spPr>
          <a:xfrm>
            <a:off x="5828978" y="417497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chronological split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61FD54-60CC-A01A-FEA5-59229A1AB6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Collection</a:t>
            </a: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0320C3A5-D599-6A62-F0F8-BD163003A181}"/>
              </a:ext>
            </a:extLst>
          </p:cNvPr>
          <p:cNvSpPr/>
          <p:nvPr/>
        </p:nvSpPr>
        <p:spPr>
          <a:xfrm>
            <a:off x="301102" y="1161372"/>
            <a:ext cx="2704134" cy="3442628"/>
          </a:xfrm>
          <a:prstGeom prst="roundRect">
            <a:avLst>
              <a:gd name="adj" fmla="val 2667"/>
            </a:avLst>
          </a:prstGeom>
          <a:solidFill>
            <a:srgbClr val="F4F7FA"/>
          </a:solidFill>
          <a:ln w="12700">
            <a:solidFill>
              <a:srgbClr val="E1E8EF"/>
            </a:solidFill>
            <a:prstDash val="solid"/>
          </a:ln>
        </p:spPr>
      </p:sp>
      <p:sp>
        <p:nvSpPr>
          <p:cNvPr id="6" name="Shape 2">
            <a:extLst>
              <a:ext uri="{FF2B5EF4-FFF2-40B4-BE49-F238E27FC236}">
                <a16:creationId xmlns:a16="http://schemas.microsoft.com/office/drawing/2014/main" id="{D73C304C-AB69-69D2-D083-C0678FDA38A8}"/>
              </a:ext>
            </a:extLst>
          </p:cNvPr>
          <p:cNvSpPr/>
          <p:nvPr/>
        </p:nvSpPr>
        <p:spPr>
          <a:xfrm>
            <a:off x="3132306" y="1161372"/>
            <a:ext cx="2704134" cy="3442628"/>
          </a:xfrm>
          <a:prstGeom prst="roundRect">
            <a:avLst>
              <a:gd name="adj" fmla="val 2667"/>
            </a:avLst>
          </a:prstGeom>
          <a:solidFill>
            <a:srgbClr val="F4F7FA"/>
          </a:solidFill>
          <a:ln w="12700">
            <a:solidFill>
              <a:srgbClr val="E1E8EF"/>
            </a:solidFill>
            <a:prstDash val="solid"/>
          </a:ln>
        </p:spPr>
      </p:sp>
      <p:sp>
        <p:nvSpPr>
          <p:cNvPr id="8" name="Shape 2">
            <a:extLst>
              <a:ext uri="{FF2B5EF4-FFF2-40B4-BE49-F238E27FC236}">
                <a16:creationId xmlns:a16="http://schemas.microsoft.com/office/drawing/2014/main" id="{9C7362AC-A66E-A462-0E52-0A86298502FA}"/>
              </a:ext>
            </a:extLst>
          </p:cNvPr>
          <p:cNvSpPr/>
          <p:nvPr/>
        </p:nvSpPr>
        <p:spPr>
          <a:xfrm>
            <a:off x="5963510" y="1161372"/>
            <a:ext cx="2704134" cy="3442628"/>
          </a:xfrm>
          <a:prstGeom prst="roundRect">
            <a:avLst>
              <a:gd name="adj" fmla="val 2667"/>
            </a:avLst>
          </a:prstGeom>
          <a:solidFill>
            <a:srgbClr val="F4F7FA"/>
          </a:solidFill>
          <a:ln w="12700">
            <a:solidFill>
              <a:srgbClr val="E1E8EF"/>
            </a:solidFill>
            <a:prstDash val="solid"/>
          </a:ln>
        </p:spPr>
      </p:sp>
      <p:sp>
        <p:nvSpPr>
          <p:cNvPr id="10" name="Shape 3">
            <a:extLst>
              <a:ext uri="{FF2B5EF4-FFF2-40B4-BE49-F238E27FC236}">
                <a16:creationId xmlns:a16="http://schemas.microsoft.com/office/drawing/2014/main" id="{6FAAE914-A247-FB4B-D5A1-3053BB2542B8}"/>
              </a:ext>
            </a:extLst>
          </p:cNvPr>
          <p:cNvSpPr/>
          <p:nvPr/>
        </p:nvSpPr>
        <p:spPr>
          <a:xfrm>
            <a:off x="301102" y="1161372"/>
            <a:ext cx="2704134" cy="658368"/>
          </a:xfrm>
          <a:prstGeom prst="roundRect">
            <a:avLst>
              <a:gd name="adj" fmla="val 13889"/>
            </a:avLst>
          </a:prstGeom>
          <a:solidFill>
            <a:srgbClr val="0000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Shape 3">
            <a:extLst>
              <a:ext uri="{FF2B5EF4-FFF2-40B4-BE49-F238E27FC236}">
                <a16:creationId xmlns:a16="http://schemas.microsoft.com/office/drawing/2014/main" id="{9B919D61-3827-D81B-06A3-0D422DD915E4}"/>
              </a:ext>
            </a:extLst>
          </p:cNvPr>
          <p:cNvSpPr/>
          <p:nvPr/>
        </p:nvSpPr>
        <p:spPr>
          <a:xfrm>
            <a:off x="3132306" y="1161372"/>
            <a:ext cx="2704134" cy="658368"/>
          </a:xfrm>
          <a:prstGeom prst="roundRect">
            <a:avLst>
              <a:gd name="adj" fmla="val 13889"/>
            </a:avLst>
          </a:prstGeom>
          <a:solidFill>
            <a:srgbClr val="0000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Shape 3">
            <a:extLst>
              <a:ext uri="{FF2B5EF4-FFF2-40B4-BE49-F238E27FC236}">
                <a16:creationId xmlns:a16="http://schemas.microsoft.com/office/drawing/2014/main" id="{54F9D2C6-4D6C-8BF2-824B-39D09E91D6C3}"/>
              </a:ext>
            </a:extLst>
          </p:cNvPr>
          <p:cNvSpPr/>
          <p:nvPr/>
        </p:nvSpPr>
        <p:spPr>
          <a:xfrm>
            <a:off x="5963510" y="1161372"/>
            <a:ext cx="2704134" cy="658368"/>
          </a:xfrm>
          <a:prstGeom prst="roundRect">
            <a:avLst>
              <a:gd name="adj" fmla="val 13889"/>
            </a:avLst>
          </a:prstGeom>
          <a:solidFill>
            <a:srgbClr val="00000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pPr algn="ctr"/>
            <a:r>
              <a:rPr lang="en-US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Live Data</a:t>
            </a:r>
          </a:p>
        </p:txBody>
      </p:sp>
      <p:sp>
        <p:nvSpPr>
          <p:cNvPr id="16" name="Text 4">
            <a:extLst>
              <a:ext uri="{FF2B5EF4-FFF2-40B4-BE49-F238E27FC236}">
                <a16:creationId xmlns:a16="http://schemas.microsoft.com/office/drawing/2014/main" id="{6D59497A-E7F9-1268-1CD7-009A07C02B8A}"/>
              </a:ext>
            </a:extLst>
          </p:cNvPr>
          <p:cNvSpPr/>
          <p:nvPr/>
        </p:nvSpPr>
        <p:spPr>
          <a:xfrm>
            <a:off x="476356" y="1216236"/>
            <a:ext cx="2374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UCI Household</a:t>
            </a:r>
            <a:endParaRPr lang="en-US" sz="1600" dirty="0"/>
          </a:p>
        </p:txBody>
      </p:sp>
      <p:sp>
        <p:nvSpPr>
          <p:cNvPr id="18" name="Text 5">
            <a:extLst>
              <a:ext uri="{FF2B5EF4-FFF2-40B4-BE49-F238E27FC236}">
                <a16:creationId xmlns:a16="http://schemas.microsoft.com/office/drawing/2014/main" id="{47E47F35-80CE-4717-E907-D649490045AD}"/>
              </a:ext>
            </a:extLst>
          </p:cNvPr>
          <p:cNvSpPr/>
          <p:nvPr/>
        </p:nvSpPr>
        <p:spPr>
          <a:xfrm>
            <a:off x="476356" y="1490556"/>
            <a:ext cx="24085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CE9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benchmark</a:t>
            </a:r>
            <a:endParaRPr lang="en-US" sz="1100" dirty="0"/>
          </a:p>
        </p:txBody>
      </p:sp>
      <p:sp>
        <p:nvSpPr>
          <p:cNvPr id="20" name="Text 9">
            <a:extLst>
              <a:ext uri="{FF2B5EF4-FFF2-40B4-BE49-F238E27FC236}">
                <a16:creationId xmlns:a16="http://schemas.microsoft.com/office/drawing/2014/main" id="{18C3DA96-101E-A51A-575F-3925BF2C9A04}"/>
              </a:ext>
            </a:extLst>
          </p:cNvPr>
          <p:cNvSpPr/>
          <p:nvPr/>
        </p:nvSpPr>
        <p:spPr>
          <a:xfrm>
            <a:off x="3456961" y="1225722"/>
            <a:ext cx="2054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Tetouan City</a:t>
            </a:r>
            <a:endParaRPr lang="en-US" sz="1600" dirty="0"/>
          </a:p>
        </p:txBody>
      </p:sp>
      <p:sp>
        <p:nvSpPr>
          <p:cNvPr id="22" name="Text 10">
            <a:extLst>
              <a:ext uri="{FF2B5EF4-FFF2-40B4-BE49-F238E27FC236}">
                <a16:creationId xmlns:a16="http://schemas.microsoft.com/office/drawing/2014/main" id="{0935A23A-3B73-A480-B106-14C3AFCEFC54}"/>
              </a:ext>
            </a:extLst>
          </p:cNvPr>
          <p:cNvSpPr/>
          <p:nvPr/>
        </p:nvSpPr>
        <p:spPr>
          <a:xfrm>
            <a:off x="3456961" y="1500042"/>
            <a:ext cx="220115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CE9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Cross-validation</a:t>
            </a:r>
            <a:endParaRPr lang="en-US" sz="1100" dirty="0"/>
          </a:p>
        </p:txBody>
      </p:sp>
      <p:sp>
        <p:nvSpPr>
          <p:cNvPr id="24" name="Text 6">
            <a:extLst>
              <a:ext uri="{FF2B5EF4-FFF2-40B4-BE49-F238E27FC236}">
                <a16:creationId xmlns:a16="http://schemas.microsoft.com/office/drawing/2014/main" id="{EAAD814E-6F74-F7EF-7463-ADA4E7AAB5A1}"/>
              </a:ext>
            </a:extLst>
          </p:cNvPr>
          <p:cNvSpPr/>
          <p:nvPr/>
        </p:nvSpPr>
        <p:spPr>
          <a:xfrm>
            <a:off x="476356" y="2057484"/>
            <a:ext cx="2408511" cy="1784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just">
              <a:spcAft>
                <a:spcPts val="800"/>
              </a:spcAft>
              <a:buSzPct val="100000"/>
              <a:buFont typeface="Wingdings" panose="05000000000000000000" pitchFamily="2" charset="2"/>
              <a:buChar char="q"/>
            </a:pPr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2,075,259 minute-level records</a:t>
            </a:r>
            <a:endParaRPr lang="en-US" sz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spcAft>
                <a:spcPts val="800"/>
              </a:spcAft>
              <a:buSzPct val="100000"/>
              <a:buFont typeface="Wingdings" panose="05000000000000000000" pitchFamily="2" charset="2"/>
              <a:buChar char="q"/>
            </a:pPr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Dec 2006 – Nov 2010</a:t>
            </a:r>
            <a:endParaRPr lang="en-US" sz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spcAft>
                <a:spcPts val="800"/>
              </a:spcAft>
              <a:buSzPct val="100000"/>
              <a:buFont typeface="Wingdings" panose="05000000000000000000" pitchFamily="2" charset="2"/>
              <a:buChar char="q"/>
            </a:pPr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25,979 missing values (forward-filled)</a:t>
            </a:r>
            <a:endParaRPr lang="en-US" sz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spcAft>
                <a:spcPts val="800"/>
              </a:spcAft>
              <a:buSzPct val="100000"/>
              <a:buFont typeface="Wingdings" panose="05000000000000000000" pitchFamily="2" charset="2"/>
              <a:buChar char="q"/>
            </a:pPr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→ 34,589 hourly records</a:t>
            </a:r>
            <a:endParaRPr lang="en-US" sz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 11">
            <a:extLst>
              <a:ext uri="{FF2B5EF4-FFF2-40B4-BE49-F238E27FC236}">
                <a16:creationId xmlns:a16="http://schemas.microsoft.com/office/drawing/2014/main" id="{AC29AADA-0B8B-F2C9-AE06-623B51D45EA9}"/>
              </a:ext>
            </a:extLst>
          </p:cNvPr>
          <p:cNvSpPr/>
          <p:nvPr/>
        </p:nvSpPr>
        <p:spPr>
          <a:xfrm>
            <a:off x="3307080" y="2016590"/>
            <a:ext cx="2466948" cy="21089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Font typeface="Wingdings" panose="05000000000000000000" pitchFamily="2" charset="2"/>
              <a:buChar char="q"/>
            </a:pPr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52,416 ten-minute records (2017)</a:t>
            </a:r>
            <a:endParaRPr lang="en-US" sz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800"/>
              </a:spcAft>
              <a:buSzPct val="100000"/>
              <a:buFont typeface="Wingdings" panose="05000000000000000000" pitchFamily="2" charset="2"/>
              <a:buChar char="q"/>
            </a:pPr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3 distribution zones + weather</a:t>
            </a:r>
            <a:endParaRPr lang="en-US" sz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800"/>
              </a:spcAft>
              <a:buSzPct val="100000"/>
              <a:buFont typeface="Wingdings" panose="05000000000000000000" pitchFamily="2" charset="2"/>
              <a:buChar char="q"/>
            </a:pPr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No missing values</a:t>
            </a:r>
            <a:endParaRPr lang="en-US" sz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800"/>
              </a:spcAft>
              <a:buSzPct val="100000"/>
              <a:buFont typeface="Wingdings" panose="05000000000000000000" pitchFamily="2" charset="2"/>
              <a:buChar char="q"/>
            </a:pPr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→ 8,736 hourly records</a:t>
            </a:r>
            <a:endParaRPr lang="en-US" sz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 16">
            <a:extLst>
              <a:ext uri="{FF2B5EF4-FFF2-40B4-BE49-F238E27FC236}">
                <a16:creationId xmlns:a16="http://schemas.microsoft.com/office/drawing/2014/main" id="{C530907F-C1EF-34A0-8D99-65B94E5FC346}"/>
              </a:ext>
            </a:extLst>
          </p:cNvPr>
          <p:cNvSpPr/>
          <p:nvPr/>
        </p:nvSpPr>
        <p:spPr>
          <a:xfrm>
            <a:off x="6138930" y="1986960"/>
            <a:ext cx="2365419" cy="21385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Font typeface="Wingdings" panose="05000000000000000000" pitchFamily="2" charset="2"/>
              <a:buChar char="q"/>
            </a:pPr>
            <a:r>
              <a:rPr lang="en-US" sz="12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Arduino Nano 33 BLE Sense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Font typeface="Wingdings" panose="05000000000000000000" pitchFamily="2" charset="2"/>
              <a:buChar char="q"/>
            </a:pPr>
            <a:r>
              <a:rPr lang="en-US" sz="12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 + appliance</a:t>
            </a:r>
            <a:endParaRPr lang="en-US" sz="1200" dirty="0"/>
          </a:p>
        </p:txBody>
      </p:sp>
      <p:sp>
        <p:nvSpPr>
          <p:cNvPr id="30" name="Text 10">
            <a:extLst>
              <a:ext uri="{FF2B5EF4-FFF2-40B4-BE49-F238E27FC236}">
                <a16:creationId xmlns:a16="http://schemas.microsoft.com/office/drawing/2014/main" id="{90BE9668-19B9-4ED3-1184-E7878A838621}"/>
              </a:ext>
            </a:extLst>
          </p:cNvPr>
          <p:cNvSpPr/>
          <p:nvPr/>
        </p:nvSpPr>
        <p:spPr>
          <a:xfrm>
            <a:off x="6953575" y="1490556"/>
            <a:ext cx="110430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Future Work</a:t>
            </a:r>
          </a:p>
        </p:txBody>
      </p:sp>
    </p:spTree>
    <p:extLst>
      <p:ext uri="{BB962C8B-B14F-4D97-AF65-F5344CB8AC3E}">
        <p14:creationId xmlns:p14="http://schemas.microsoft.com/office/powerpoint/2010/main" val="5504030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600"/>
              <a:t>Key Design Decisions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152144"/>
            <a:ext cx="81381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buNone/>
            </a:pPr>
            <a:r>
              <a:rPr sz="1300" b="0" i="1">
                <a:solidFill>
                  <a:srgbClr val="065A82"/>
                </a:solidFill>
                <a:latin typeface="Calibri"/>
                <a:ea typeface="Calibri"/>
                <a:cs typeface="Calibri"/>
              </a:rPr>
              <a:t>Every choice traces to evidence in the literature.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517904"/>
            <a:ext cx="3931920" cy="932688"/>
          </a:xfrm>
          <a:prstGeom prst="roundRect">
            <a:avLst>
              <a:gd name="adj" fmla="val 3000"/>
            </a:avLst>
          </a:prstGeom>
          <a:solidFill>
            <a:srgbClr val="F4F7FA"/>
          </a:solidFill>
          <a:ln w="12700">
            <a:solidFill>
              <a:srgbClr val="E1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40664" y="1655063"/>
            <a:ext cx="345643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buNone/>
            </a:pPr>
            <a:r>
              <a:rPr sz="1300" b="1" i="0">
                <a:solidFill>
                  <a:srgbClr val="065A82"/>
                </a:solidFill>
                <a:latin typeface="Cambria"/>
                <a:ea typeface="Cambria"/>
                <a:cs typeface="Cambria"/>
              </a:rPr>
              <a:t>Mandatory baselines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0664" y="1975104"/>
            <a:ext cx="3456432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sz="1050" b="0" i="0">
                <a:solidFill>
                  <a:srgbClr val="13293D"/>
                </a:solidFill>
                <a:latin typeface="Mulish"/>
                <a:ea typeface="Mulish"/>
                <a:cs typeface="Mulish"/>
              </a:rPr>
              <a:t>ML does not automatically beat simple methods (Makridakis et al.)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09159" y="1517904"/>
            <a:ext cx="3931920" cy="932688"/>
          </a:xfrm>
          <a:prstGeom prst="roundRect">
            <a:avLst>
              <a:gd name="adj" fmla="val 3000"/>
            </a:avLst>
          </a:prstGeom>
          <a:solidFill>
            <a:srgbClr val="F4F7FA"/>
          </a:solidFill>
          <a:ln w="12700">
            <a:solidFill>
              <a:srgbClr val="E1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946903" y="1655063"/>
            <a:ext cx="345643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buNone/>
            </a:pPr>
            <a:r>
              <a:rPr sz="1300" b="1" i="0">
                <a:solidFill>
                  <a:srgbClr val="065A82"/>
                </a:solidFill>
                <a:latin typeface="Cambria"/>
                <a:ea typeface="Cambria"/>
                <a:cs typeface="Cambria"/>
              </a:rPr>
              <a:t>Isolation Forest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46903" y="1975104"/>
            <a:ext cx="3456432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sz="1050" b="0" i="0">
                <a:solidFill>
                  <a:srgbClr val="13293D"/>
                </a:solidFill>
                <a:latin typeface="Mulish"/>
                <a:ea typeface="Mulish"/>
                <a:cs typeface="Mulish"/>
              </a:rPr>
              <a:t>Label-free and lightweight — labelled faults do not exist in practice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624328"/>
            <a:ext cx="3931920" cy="932688"/>
          </a:xfrm>
          <a:prstGeom prst="roundRect">
            <a:avLst>
              <a:gd name="adj" fmla="val 3000"/>
            </a:avLst>
          </a:prstGeom>
          <a:solidFill>
            <a:srgbClr val="EFF4F8"/>
          </a:solidFill>
          <a:ln w="12700">
            <a:solidFill>
              <a:srgbClr val="E1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40664" y="2761488"/>
            <a:ext cx="345643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buNone/>
            </a:pPr>
            <a:r>
              <a:rPr sz="1300" b="1" i="0">
                <a:solidFill>
                  <a:srgbClr val="065A82"/>
                </a:solidFill>
                <a:latin typeface="Cambria"/>
                <a:ea typeface="Cambria"/>
                <a:cs typeface="Cambria"/>
              </a:rPr>
              <a:t>24-hour window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0664" y="3081528"/>
            <a:ext cx="3456432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sz="1050" b="0" i="0">
                <a:solidFill>
                  <a:srgbClr val="13293D"/>
                </a:solidFill>
                <a:latin typeface="Mulish"/>
                <a:ea typeface="Mulish"/>
                <a:cs typeface="Mulish"/>
              </a:rPr>
              <a:t>Matches the diurnal cycle evidenced in the data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709159" y="2624328"/>
            <a:ext cx="3931920" cy="932688"/>
          </a:xfrm>
          <a:prstGeom prst="roundRect">
            <a:avLst>
              <a:gd name="adj" fmla="val 3000"/>
            </a:avLst>
          </a:prstGeom>
          <a:solidFill>
            <a:srgbClr val="EFF4F8"/>
          </a:solidFill>
          <a:ln w="12700">
            <a:solidFill>
              <a:srgbClr val="E1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946903" y="2761488"/>
            <a:ext cx="345643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buNone/>
            </a:pPr>
            <a:r>
              <a:rPr sz="1300" b="1" i="0">
                <a:solidFill>
                  <a:srgbClr val="065A82"/>
                </a:solidFill>
                <a:latin typeface="Cambria"/>
                <a:ea typeface="Cambria"/>
                <a:cs typeface="Cambria"/>
              </a:rPr>
              <a:t>Split before scaling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46903" y="3081528"/>
            <a:ext cx="3456432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sz="1050" b="0" i="0">
                <a:solidFill>
                  <a:srgbClr val="13293D"/>
                </a:solidFill>
                <a:latin typeface="Mulish"/>
                <a:ea typeface="Mulish"/>
                <a:cs typeface="Mulish"/>
              </a:rPr>
              <a:t>Closes the data-leakage channel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3730752"/>
            <a:ext cx="3931920" cy="932688"/>
          </a:xfrm>
          <a:prstGeom prst="roundRect">
            <a:avLst>
              <a:gd name="adj" fmla="val 3000"/>
            </a:avLst>
          </a:prstGeom>
          <a:solidFill>
            <a:srgbClr val="F4F7FA"/>
          </a:solidFill>
          <a:ln w="12700">
            <a:solidFill>
              <a:srgbClr val="E1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40664" y="3867912"/>
            <a:ext cx="345643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buNone/>
            </a:pPr>
            <a:r>
              <a:rPr sz="1300" b="1" i="0">
                <a:solidFill>
                  <a:srgbClr val="065A82"/>
                </a:solidFill>
                <a:latin typeface="Cambria"/>
                <a:ea typeface="Cambria"/>
                <a:cs typeface="Cambria"/>
              </a:rPr>
              <a:t>Simpler LSTM (V1)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0664" y="4187952"/>
            <a:ext cx="3456432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sz="1050" b="0" i="0">
                <a:solidFill>
                  <a:srgbClr val="13293D"/>
                </a:solidFill>
                <a:latin typeface="Mulish"/>
                <a:ea typeface="Mulish"/>
                <a:cs typeface="Mulish"/>
              </a:rPr>
              <a:t>Deeper V2 had lower validation loss but generalised worse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709159" y="3730752"/>
            <a:ext cx="3931920" cy="932688"/>
          </a:xfrm>
          <a:prstGeom prst="roundRect">
            <a:avLst>
              <a:gd name="adj" fmla="val 3000"/>
            </a:avLst>
          </a:prstGeom>
          <a:solidFill>
            <a:srgbClr val="F4F7FA"/>
          </a:solidFill>
          <a:ln w="12700">
            <a:solidFill>
              <a:srgbClr val="E1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946903" y="3867912"/>
            <a:ext cx="345643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buNone/>
            </a:pPr>
            <a:r>
              <a:rPr sz="1300" b="1" i="0">
                <a:solidFill>
                  <a:srgbClr val="065A82"/>
                </a:solidFill>
                <a:latin typeface="Cambria"/>
                <a:ea typeface="Cambria"/>
                <a:cs typeface="Cambria"/>
              </a:rPr>
              <a:t>Precomputed dashboard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46903" y="4187952"/>
            <a:ext cx="3456432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sz="1050" b="0" i="0">
                <a:solidFill>
                  <a:srgbClr val="13293D"/>
                </a:solidFill>
                <a:latin typeface="Mulish"/>
                <a:ea typeface="Mulish"/>
                <a:cs typeface="Mulish"/>
              </a:rPr>
              <a:t>Demo-safe: nothing trains or downloads live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600"/>
              <a:t>Final System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216152"/>
            <a:ext cx="5532120" cy="749808"/>
          </a:xfrm>
          <a:prstGeom prst="roundRect">
            <a:avLst>
              <a:gd name="adj" fmla="val 3000"/>
            </a:avLst>
          </a:prstGeom>
          <a:solidFill>
            <a:srgbClr val="F4F7FA"/>
          </a:solidFill>
          <a:ln w="12700">
            <a:solidFill>
              <a:srgbClr val="E1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49808" y="1335024"/>
            <a:ext cx="23774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buNone/>
            </a:pPr>
            <a:r>
              <a:rPr sz="1250" b="1" i="0">
                <a:solidFill>
                  <a:srgbClr val="065A82"/>
                </a:solidFill>
                <a:latin typeface="Cambria"/>
                <a:ea typeface="Cambria"/>
                <a:cs typeface="Cambria"/>
              </a:rPr>
              <a:t>4  Visualisation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1618488"/>
            <a:ext cx="5074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sz="1050" b="0" i="0">
                <a:solidFill>
                  <a:srgbClr val="13293D"/>
                </a:solidFill>
                <a:latin typeface="Mulish"/>
                <a:ea typeface="Mulish"/>
                <a:cs typeface="Mulish"/>
              </a:rPr>
              <a:t>Streamlit dashboard — metrics, forecasts, anomaly alerts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093976"/>
            <a:ext cx="5532120" cy="749808"/>
          </a:xfrm>
          <a:prstGeom prst="roundRect">
            <a:avLst>
              <a:gd name="adj" fmla="val 3000"/>
            </a:avLst>
          </a:prstGeom>
          <a:solidFill>
            <a:srgbClr val="EFF4F8"/>
          </a:solidFill>
          <a:ln w="12700">
            <a:solidFill>
              <a:srgbClr val="E1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49808" y="2212848"/>
            <a:ext cx="23774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buNone/>
            </a:pPr>
            <a:r>
              <a:rPr sz="1250" b="1" i="0">
                <a:solidFill>
                  <a:srgbClr val="065A82"/>
                </a:solidFill>
                <a:latin typeface="Cambria"/>
                <a:ea typeface="Cambria"/>
                <a:cs typeface="Cambria"/>
              </a:rPr>
              <a:t>3  Machine learning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2496312"/>
            <a:ext cx="5074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sz="1050" b="0" i="0">
                <a:solidFill>
                  <a:srgbClr val="13293D"/>
                </a:solidFill>
                <a:latin typeface="Mulish"/>
                <a:ea typeface="Mulish"/>
                <a:cs typeface="Mulish"/>
              </a:rPr>
              <a:t>LSTM forecaster  +  Isolation Forest detector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971800"/>
            <a:ext cx="5532120" cy="749808"/>
          </a:xfrm>
          <a:prstGeom prst="roundRect">
            <a:avLst>
              <a:gd name="adj" fmla="val 3000"/>
            </a:avLst>
          </a:prstGeom>
          <a:solidFill>
            <a:srgbClr val="F4F7FA"/>
          </a:solidFill>
          <a:ln w="12700">
            <a:solidFill>
              <a:srgbClr val="E1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49808" y="3090672"/>
            <a:ext cx="23774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buNone/>
            </a:pPr>
            <a:r>
              <a:rPr sz="1250" b="1" i="0">
                <a:solidFill>
                  <a:srgbClr val="065A82"/>
                </a:solidFill>
                <a:latin typeface="Cambria"/>
                <a:ea typeface="Cambria"/>
                <a:cs typeface="Cambria"/>
              </a:rPr>
              <a:t>2  Data pipeline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3374136"/>
            <a:ext cx="5074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sz="1050" b="0" i="0">
                <a:solidFill>
                  <a:srgbClr val="13293D"/>
                </a:solidFill>
                <a:latin typeface="Mulish"/>
                <a:ea typeface="Mulish"/>
                <a:cs typeface="Mulish"/>
              </a:rPr>
              <a:t>Ingest → clean → resample → window → split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849624"/>
            <a:ext cx="5532120" cy="749808"/>
          </a:xfrm>
          <a:prstGeom prst="roundRect">
            <a:avLst>
              <a:gd name="adj" fmla="val 3000"/>
            </a:avLst>
          </a:prstGeom>
          <a:solidFill>
            <a:srgbClr val="EFF4F8"/>
          </a:solidFill>
          <a:ln w="12700">
            <a:solidFill>
              <a:srgbClr val="E1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49808" y="3968496"/>
            <a:ext cx="23774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buNone/>
            </a:pPr>
            <a:r>
              <a:rPr sz="1250" b="1" i="0">
                <a:solidFill>
                  <a:srgbClr val="065A82"/>
                </a:solidFill>
                <a:latin typeface="Cambria"/>
                <a:ea typeface="Cambria"/>
                <a:cs typeface="Cambria"/>
              </a:rPr>
              <a:t>1  IoT sensing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4251960"/>
            <a:ext cx="5074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sz="1050" b="0" i="0">
                <a:solidFill>
                  <a:srgbClr val="13293D"/>
                </a:solidFill>
                <a:latin typeface="Mulish"/>
                <a:ea typeface="Mulish"/>
                <a:cs typeface="Mulish"/>
              </a:rPr>
              <a:t>Arduino Nano 33 BLE Sense (£30) — environmental telemetry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63056" y="1591056"/>
            <a:ext cx="91440" cy="2633472"/>
          </a:xfrm>
          <a:prstGeom prst="rect">
            <a:avLst/>
          </a:prstGeom>
          <a:solidFill>
            <a:srgbClr val="C6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6089904" y="1472184"/>
            <a:ext cx="237744" cy="237744"/>
          </a:xfrm>
          <a:prstGeom prst="ellipse">
            <a:avLst/>
          </a:prstGeom>
          <a:solidFill>
            <a:srgbClr val="3E7A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6089904" y="2350008"/>
            <a:ext cx="237744" cy="237744"/>
          </a:xfrm>
          <a:prstGeom prst="ellipse">
            <a:avLst/>
          </a:prstGeom>
          <a:solidFill>
            <a:srgbClr val="3E7A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6089904" y="3227832"/>
            <a:ext cx="237744" cy="237744"/>
          </a:xfrm>
          <a:prstGeom prst="ellipse">
            <a:avLst/>
          </a:prstGeom>
          <a:solidFill>
            <a:srgbClr val="3E7A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6089904" y="4105656"/>
            <a:ext cx="237744" cy="237744"/>
          </a:xfrm>
          <a:prstGeom prst="ellipse">
            <a:avLst/>
          </a:prstGeom>
          <a:solidFill>
            <a:srgbClr val="3E7A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6492240" y="1216152"/>
            <a:ext cx="2176272" cy="3383280"/>
          </a:xfrm>
          <a:prstGeom prst="roundRect">
            <a:avLst>
              <a:gd name="adj" fmla="val 3000"/>
            </a:avLst>
          </a:prstGeom>
          <a:solidFill>
            <a:srgbClr val="DCE9F1"/>
          </a:solidFill>
          <a:ln w="12700">
            <a:solidFill>
              <a:srgbClr val="E1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693407" y="1399032"/>
            <a:ext cx="1773936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buNone/>
            </a:pPr>
            <a:r>
              <a:rPr sz="1300" b="1" i="0">
                <a:solidFill>
                  <a:srgbClr val="065A82"/>
                </a:solidFill>
                <a:latin typeface="Cambria"/>
                <a:ea typeface="Cambria"/>
                <a:cs typeface="Cambria"/>
              </a:rPr>
              <a:t>Why layered?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93407" y="1819656"/>
            <a:ext cx="1773936" cy="2596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19456" indent="-219456" algn="l">
              <a:lnSpc>
                <a:spcPct val="95000"/>
              </a:lnSpc>
              <a:spcAft>
                <a:spcPts val="2200"/>
              </a:spcAft>
              <a:buClr>
                <a:srgbClr val="D1630F"/>
              </a:buClr>
              <a:buSzPct val="90000"/>
              <a:buFont typeface="Wingdings"/>
              <a:buChar char="v"/>
            </a:pPr>
            <a:r>
              <a:rPr sz="1050" b="0" i="0">
                <a:solidFill>
                  <a:srgbClr val="13293D"/>
                </a:solidFill>
                <a:latin typeface="Mulish"/>
                <a:ea typeface="Mulish"/>
                <a:cs typeface="Mulish"/>
              </a:rPr>
              <a:t>Each layer testable alone</a:t>
            </a:r>
          </a:p>
          <a:p>
            <a:pPr marL="219456" indent="-219456" algn="l">
              <a:lnSpc>
                <a:spcPct val="95000"/>
              </a:lnSpc>
              <a:spcAft>
                <a:spcPts val="2200"/>
              </a:spcAft>
              <a:buClr>
                <a:srgbClr val="D1630F"/>
              </a:buClr>
              <a:buSzPct val="90000"/>
              <a:buFont typeface="Wingdings"/>
              <a:buChar char="v"/>
            </a:pPr>
            <a:r>
              <a:rPr sz="1050" b="0" i="0">
                <a:solidFill>
                  <a:srgbClr val="13293D"/>
                </a:solidFill>
                <a:latin typeface="Mulish"/>
                <a:ea typeface="Mulish"/>
                <a:cs typeface="Mulish"/>
              </a:rPr>
              <a:t>Data source swappable</a:t>
            </a:r>
          </a:p>
          <a:p>
            <a:pPr marL="219456" indent="-219456" algn="l">
              <a:lnSpc>
                <a:spcPct val="95000"/>
              </a:lnSpc>
              <a:spcAft>
                <a:spcPts val="2200"/>
              </a:spcAft>
              <a:buClr>
                <a:srgbClr val="D1630F"/>
              </a:buClr>
              <a:buSzPct val="90000"/>
              <a:buFont typeface="Wingdings"/>
              <a:buChar char="v"/>
            </a:pPr>
            <a:r>
              <a:rPr sz="1050" b="0" i="0">
                <a:solidFill>
                  <a:srgbClr val="13293D"/>
                </a:solidFill>
                <a:latin typeface="Mulish"/>
                <a:ea typeface="Mulish"/>
                <a:cs typeface="Mulish"/>
              </a:rPr>
              <a:t>Modelling faults cannot break the UI</a:t>
            </a:r>
          </a:p>
          <a:p>
            <a:pPr marL="219456" indent="-219456" algn="l">
              <a:lnSpc>
                <a:spcPct val="95000"/>
              </a:lnSpc>
              <a:spcAft>
                <a:spcPts val="2200"/>
              </a:spcAft>
              <a:buClr>
                <a:srgbClr val="D1630F"/>
              </a:buClr>
              <a:buSzPct val="90000"/>
              <a:buFont typeface="Wingdings"/>
              <a:buChar char="v"/>
            </a:pPr>
            <a:r>
              <a:rPr sz="1050" b="0" i="0">
                <a:solidFill>
                  <a:srgbClr val="13293D"/>
                </a:solidFill>
                <a:latin typeface="Mulish"/>
                <a:ea typeface="Mulish"/>
                <a:cs typeface="Mulish"/>
              </a:rPr>
              <a:t>One-way data flow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600"/>
              <a:t>Algorithmic Workflow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188720"/>
            <a:ext cx="3931920" cy="3456432"/>
          </a:xfrm>
          <a:prstGeom prst="roundRect">
            <a:avLst>
              <a:gd name="adj" fmla="val 3000"/>
            </a:avLst>
          </a:prstGeom>
          <a:solidFill>
            <a:srgbClr val="F4F7FA"/>
          </a:solidFill>
          <a:ln w="12700">
            <a:solidFill>
              <a:srgbClr val="E1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40664" y="1371600"/>
            <a:ext cx="3456432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buNone/>
            </a:pPr>
            <a:r>
              <a:rPr sz="1400" b="1" i="0">
                <a:solidFill>
                  <a:srgbClr val="065A82"/>
                </a:solidFill>
                <a:latin typeface="Cambria"/>
                <a:ea typeface="Cambria"/>
                <a:cs typeface="Cambria"/>
              </a:rPr>
              <a:t>LSTM — demand forecasting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0664" y="1792224"/>
            <a:ext cx="3456432" cy="2670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19456" indent="-219456" algn="l">
              <a:lnSpc>
                <a:spcPct val="95000"/>
              </a:lnSpc>
              <a:spcAft>
                <a:spcPts val="1800"/>
              </a:spcAft>
              <a:buClr>
                <a:srgbClr val="D1630F"/>
              </a:buClr>
              <a:buSzPct val="90000"/>
              <a:buFont typeface="Wingdings"/>
              <a:buChar char="v"/>
            </a:pPr>
            <a:r>
              <a:rPr sz="1150" b="0" i="0">
                <a:solidFill>
                  <a:srgbClr val="13293D"/>
                </a:solidFill>
                <a:latin typeface="Mulish"/>
                <a:ea typeface="Mulish"/>
                <a:cs typeface="Mulish"/>
              </a:rPr>
              <a:t>Input: previous 24 hourly readings</a:t>
            </a:r>
          </a:p>
          <a:p>
            <a:pPr marL="219456" indent="-219456" algn="l">
              <a:lnSpc>
                <a:spcPct val="95000"/>
              </a:lnSpc>
              <a:spcAft>
                <a:spcPts val="1800"/>
              </a:spcAft>
              <a:buClr>
                <a:srgbClr val="D1630F"/>
              </a:buClr>
              <a:buSzPct val="90000"/>
              <a:buFont typeface="Wingdings"/>
              <a:buChar char="v"/>
            </a:pPr>
            <a:r>
              <a:rPr sz="1150" b="0" i="0">
                <a:solidFill>
                  <a:srgbClr val="13293D"/>
                </a:solidFill>
                <a:latin typeface="Mulish"/>
                <a:ea typeface="Mulish"/>
                <a:cs typeface="Mulish"/>
              </a:rPr>
              <a:t>LSTM(64) → Dropout 0.2 → LSTM(32) → Dropout 0.2 → Dense(1)</a:t>
            </a:r>
          </a:p>
          <a:p>
            <a:pPr marL="219456" indent="-219456" algn="l">
              <a:lnSpc>
                <a:spcPct val="95000"/>
              </a:lnSpc>
              <a:spcAft>
                <a:spcPts val="1800"/>
              </a:spcAft>
              <a:buClr>
                <a:srgbClr val="D1630F"/>
              </a:buClr>
              <a:buSzPct val="90000"/>
              <a:buFont typeface="Wingdings"/>
              <a:buChar char="v"/>
            </a:pPr>
            <a:r>
              <a:rPr sz="1150" b="0" i="0">
                <a:solidFill>
                  <a:srgbClr val="13293D"/>
                </a:solidFill>
                <a:latin typeface="Mulish"/>
                <a:ea typeface="Mulish"/>
                <a:cs typeface="Mulish"/>
              </a:rPr>
              <a:t>29,857 trainable parameters</a:t>
            </a:r>
          </a:p>
          <a:p>
            <a:pPr marL="219456" indent="-219456" algn="l">
              <a:lnSpc>
                <a:spcPct val="95000"/>
              </a:lnSpc>
              <a:spcAft>
                <a:spcPts val="1800"/>
              </a:spcAft>
              <a:buClr>
                <a:srgbClr val="D1630F"/>
              </a:buClr>
              <a:buSzPct val="90000"/>
              <a:buFont typeface="Wingdings"/>
              <a:buChar char="v"/>
            </a:pPr>
            <a:r>
              <a:rPr sz="1150" b="0" i="0">
                <a:solidFill>
                  <a:srgbClr val="13293D"/>
                </a:solidFill>
                <a:latin typeface="Mulish"/>
                <a:ea typeface="Mulish"/>
                <a:cs typeface="Mulish"/>
              </a:rPr>
              <a:t>Adam (lr 0.001), MSE loss, batch 32</a:t>
            </a:r>
          </a:p>
          <a:p>
            <a:pPr marL="219456" indent="-219456" algn="l">
              <a:lnSpc>
                <a:spcPct val="95000"/>
              </a:lnSpc>
              <a:spcAft>
                <a:spcPts val="1800"/>
              </a:spcAft>
              <a:buClr>
                <a:srgbClr val="D1630F"/>
              </a:buClr>
              <a:buSzPct val="90000"/>
              <a:buFont typeface="Wingdings"/>
              <a:buChar char="v"/>
            </a:pPr>
            <a:r>
              <a:rPr sz="1150" b="0" i="0">
                <a:solidFill>
                  <a:srgbClr val="13293D"/>
                </a:solidFill>
                <a:latin typeface="Mulish"/>
                <a:ea typeface="Mulish"/>
                <a:cs typeface="Mulish"/>
              </a:rPr>
              <a:t>Early stopping (patience 10) — stopped at epoch 43</a:t>
            </a:r>
          </a:p>
          <a:p>
            <a:pPr marL="219456" indent="-219456" algn="l">
              <a:lnSpc>
                <a:spcPct val="95000"/>
              </a:lnSpc>
              <a:spcAft>
                <a:spcPts val="1800"/>
              </a:spcAft>
              <a:buClr>
                <a:srgbClr val="D1630F"/>
              </a:buClr>
              <a:buSzPct val="90000"/>
              <a:buFont typeface="Wingdings"/>
              <a:buChar char="v"/>
            </a:pPr>
            <a:r>
              <a:rPr sz="1150" b="0" i="0">
                <a:solidFill>
                  <a:srgbClr val="13293D"/>
                </a:solidFill>
                <a:latin typeface="Mulish"/>
                <a:ea typeface="Mulish"/>
                <a:cs typeface="Mulish"/>
              </a:rPr>
              <a:t>Output: next-hour demand in kW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709160" y="1188720"/>
            <a:ext cx="3931920" cy="3456432"/>
          </a:xfrm>
          <a:prstGeom prst="roundRect">
            <a:avLst>
              <a:gd name="adj" fmla="val 3000"/>
            </a:avLst>
          </a:prstGeom>
          <a:solidFill>
            <a:srgbClr val="EFF4F8"/>
          </a:solidFill>
          <a:ln w="12700">
            <a:solidFill>
              <a:srgbClr val="E1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946904" y="1371600"/>
            <a:ext cx="3456432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buNone/>
            </a:pPr>
            <a:r>
              <a:rPr sz="1400" b="1" i="0">
                <a:solidFill>
                  <a:srgbClr val="065A82"/>
                </a:solidFill>
                <a:latin typeface="Cambria"/>
                <a:ea typeface="Cambria"/>
                <a:cs typeface="Cambria"/>
              </a:rPr>
              <a:t>Isolation Forest — anomaly detection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46904" y="1792224"/>
            <a:ext cx="3456432" cy="2670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19456" indent="-219456" algn="l">
              <a:lnSpc>
                <a:spcPct val="95000"/>
              </a:lnSpc>
              <a:spcAft>
                <a:spcPts val="1800"/>
              </a:spcAft>
              <a:buClr>
                <a:srgbClr val="D1630F"/>
              </a:buClr>
              <a:buSzPct val="90000"/>
              <a:buFont typeface="Wingdings"/>
              <a:buChar char="v"/>
            </a:pPr>
            <a:r>
              <a:rPr sz="1150" b="0" i="0">
                <a:solidFill>
                  <a:srgbClr val="13293D"/>
                </a:solidFill>
                <a:latin typeface="Mulish"/>
                <a:ea typeface="Mulish"/>
                <a:cs typeface="Mulish"/>
              </a:rPr>
              <a:t>Input: all 7 electrical features (multivariate)</a:t>
            </a:r>
          </a:p>
          <a:p>
            <a:pPr marL="219456" indent="-219456" algn="l">
              <a:lnSpc>
                <a:spcPct val="95000"/>
              </a:lnSpc>
              <a:spcAft>
                <a:spcPts val="1800"/>
              </a:spcAft>
              <a:buClr>
                <a:srgbClr val="D1630F"/>
              </a:buClr>
              <a:buSzPct val="90000"/>
              <a:buFont typeface="Wingdings"/>
              <a:buChar char="v"/>
            </a:pPr>
            <a:r>
              <a:rPr sz="1150" b="0" i="0">
                <a:solidFill>
                  <a:srgbClr val="13293D"/>
                </a:solidFill>
                <a:latin typeface="Mulish"/>
                <a:ea typeface="Mulish"/>
                <a:cs typeface="Mulish"/>
              </a:rPr>
              <a:t>Standardised to zero mean, unit variance</a:t>
            </a:r>
          </a:p>
          <a:p>
            <a:pPr marL="219456" indent="-219456" algn="l">
              <a:lnSpc>
                <a:spcPct val="95000"/>
              </a:lnSpc>
              <a:spcAft>
                <a:spcPts val="1800"/>
              </a:spcAft>
              <a:buClr>
                <a:srgbClr val="D1630F"/>
              </a:buClr>
              <a:buSzPct val="90000"/>
              <a:buFont typeface="Wingdings"/>
              <a:buChar char="v"/>
            </a:pPr>
            <a:r>
              <a:rPr sz="1150" b="0" i="0">
                <a:solidFill>
                  <a:srgbClr val="13293D"/>
                </a:solidFill>
                <a:latin typeface="Mulish"/>
                <a:ea typeface="Mulish"/>
                <a:cs typeface="Mulish"/>
              </a:rPr>
              <a:t>200 trees, contamination 1%, seed 42</a:t>
            </a:r>
          </a:p>
          <a:p>
            <a:pPr marL="219456" indent="-219456" algn="l">
              <a:lnSpc>
                <a:spcPct val="95000"/>
              </a:lnSpc>
              <a:spcAft>
                <a:spcPts val="1800"/>
              </a:spcAft>
              <a:buClr>
                <a:srgbClr val="D1630F"/>
              </a:buClr>
              <a:buSzPct val="90000"/>
              <a:buFont typeface="Wingdings"/>
              <a:buChar char="v"/>
            </a:pPr>
            <a:r>
              <a:rPr sz="1150" b="0" i="0">
                <a:solidFill>
                  <a:srgbClr val="13293D"/>
                </a:solidFill>
                <a:latin typeface="Mulish"/>
                <a:ea typeface="Mulish"/>
                <a:cs typeface="Mulish"/>
              </a:rPr>
              <a:t>Score = mean isolation path length</a:t>
            </a:r>
          </a:p>
          <a:p>
            <a:pPr marL="219456" indent="-219456" algn="l">
              <a:lnSpc>
                <a:spcPct val="95000"/>
              </a:lnSpc>
              <a:spcAft>
                <a:spcPts val="1800"/>
              </a:spcAft>
              <a:buClr>
                <a:srgbClr val="D1630F"/>
              </a:buClr>
              <a:buSzPct val="90000"/>
              <a:buFont typeface="Wingdings"/>
              <a:buChar char="v"/>
            </a:pPr>
            <a:r>
              <a:rPr sz="1150" b="0" i="0">
                <a:solidFill>
                  <a:srgbClr val="13293D"/>
                </a:solidFill>
                <a:latin typeface="Mulish"/>
                <a:ea typeface="Mulish"/>
                <a:cs typeface="Mulish"/>
              </a:rPr>
              <a:t>Anomalies isolate in short paths — no labels needed</a:t>
            </a:r>
          </a:p>
          <a:p>
            <a:pPr marL="219456" indent="-219456" algn="l">
              <a:lnSpc>
                <a:spcPct val="95000"/>
              </a:lnSpc>
              <a:spcAft>
                <a:spcPts val="1800"/>
              </a:spcAft>
              <a:buClr>
                <a:srgbClr val="D1630F"/>
              </a:buClr>
              <a:buSzPct val="90000"/>
              <a:buFont typeface="Wingdings"/>
              <a:buChar char="v"/>
            </a:pPr>
            <a:r>
              <a:rPr sz="1150" b="0" i="0">
                <a:solidFill>
                  <a:srgbClr val="13293D"/>
                </a:solidFill>
                <a:latin typeface="Mulish"/>
                <a:ea typeface="Mulish"/>
                <a:cs typeface="Mulish"/>
              </a:rPr>
              <a:t>Output: anomaly flag per hour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600"/>
              <a:t>Prototype Evidence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75488" y="1188720"/>
            <a:ext cx="4663440" cy="34747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1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4" name="Picture 3" descr="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280160"/>
            <a:ext cx="4151551" cy="329184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394960" y="1188720"/>
            <a:ext cx="3273552" cy="3474720"/>
          </a:xfrm>
          <a:prstGeom prst="roundRect">
            <a:avLst>
              <a:gd name="adj" fmla="val 3000"/>
            </a:avLst>
          </a:prstGeom>
          <a:solidFill>
            <a:srgbClr val="F4F7FA"/>
          </a:solidFill>
          <a:ln w="12700">
            <a:solidFill>
              <a:srgbClr val="E1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614416" y="1371600"/>
            <a:ext cx="28346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buNone/>
            </a:pPr>
            <a:r>
              <a:rPr sz="1400" b="1" i="0">
                <a:solidFill>
                  <a:srgbClr val="065A82"/>
                </a:solidFill>
                <a:latin typeface="Cambria"/>
                <a:ea typeface="Cambria"/>
                <a:cs typeface="Cambria"/>
              </a:rPr>
              <a:t>Exploratory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14416" y="1792224"/>
            <a:ext cx="2834640" cy="2688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19456" indent="-219456" algn="l">
              <a:lnSpc>
                <a:spcPct val="95000"/>
              </a:lnSpc>
              <a:spcAft>
                <a:spcPts val="2200"/>
              </a:spcAft>
              <a:buClr>
                <a:srgbClr val="D1630F"/>
              </a:buClr>
              <a:buSzPct val="90000"/>
              <a:buFont typeface="Wingdings"/>
              <a:buChar char="v"/>
            </a:pPr>
            <a:r>
              <a:rPr sz="1100" b="0" i="0">
                <a:solidFill>
                  <a:srgbClr val="13293D"/>
                </a:solidFill>
                <a:latin typeface="Mulish"/>
                <a:ea typeface="Mulish"/>
                <a:cs typeface="Mulish"/>
              </a:rPr>
              <a:t>Four years of continuous household demand</a:t>
            </a:r>
          </a:p>
          <a:p>
            <a:pPr marL="219456" indent="-219456" algn="l">
              <a:lnSpc>
                <a:spcPct val="95000"/>
              </a:lnSpc>
              <a:spcAft>
                <a:spcPts val="2200"/>
              </a:spcAft>
              <a:buClr>
                <a:srgbClr val="D1630F"/>
              </a:buClr>
              <a:buSzPct val="90000"/>
              <a:buFont typeface="Wingdings"/>
              <a:buChar char="v"/>
            </a:pPr>
            <a:r>
              <a:rPr sz="1100" b="0" i="0">
                <a:solidFill>
                  <a:srgbClr val="13293D"/>
                </a:solidFill>
                <a:latin typeface="Mulish"/>
                <a:ea typeface="Mulish"/>
                <a:cs typeface="Mulish"/>
              </a:rPr>
              <a:t>Strong daily and weekly periodicity — the structure the LSTM learns</a:t>
            </a:r>
          </a:p>
          <a:p>
            <a:pPr marL="219456" indent="-219456" algn="l">
              <a:lnSpc>
                <a:spcPct val="95000"/>
              </a:lnSpc>
              <a:spcAft>
                <a:spcPts val="2200"/>
              </a:spcAft>
              <a:buClr>
                <a:srgbClr val="D1630F"/>
              </a:buClr>
              <a:buSzPct val="90000"/>
              <a:buFont typeface="Wingdings"/>
              <a:buChar char="v"/>
            </a:pPr>
            <a:r>
              <a:rPr sz="1100" b="0" i="0">
                <a:solidFill>
                  <a:srgbClr val="13293D"/>
                </a:solidFill>
                <a:latin typeface="Mulish"/>
                <a:ea typeface="Mulish"/>
                <a:cs typeface="Mulish"/>
              </a:rPr>
              <a:t>Frequent short spikes from appliance events</a:t>
            </a:r>
          </a:p>
          <a:p>
            <a:pPr marL="219456" indent="-219456" algn="l">
              <a:lnSpc>
                <a:spcPct val="95000"/>
              </a:lnSpc>
              <a:spcAft>
                <a:spcPts val="2200"/>
              </a:spcAft>
              <a:buClr>
                <a:srgbClr val="D1630F"/>
              </a:buClr>
              <a:buSzPct val="90000"/>
              <a:buFont typeface="Wingdings"/>
              <a:buChar char="v"/>
            </a:pPr>
            <a:r>
              <a:rPr sz="1100" b="0" i="0">
                <a:solidFill>
                  <a:srgbClr val="13293D"/>
                </a:solidFill>
                <a:latin typeface="Mulish"/>
                <a:ea typeface="Mulish"/>
                <a:cs typeface="Mulish"/>
              </a:rPr>
              <a:t>Visible gaps → forward-fill imputation</a:t>
            </a:r>
          </a:p>
          <a:p>
            <a:pPr marL="219456" indent="-219456" algn="l">
              <a:lnSpc>
                <a:spcPct val="95000"/>
              </a:lnSpc>
              <a:spcAft>
                <a:spcPts val="2200"/>
              </a:spcAft>
              <a:buClr>
                <a:srgbClr val="D1630F"/>
              </a:buClr>
              <a:buSzPct val="90000"/>
              <a:buFont typeface="Wingdings"/>
              <a:buChar char="v"/>
            </a:pPr>
            <a:r>
              <a:rPr sz="1100" b="0" i="0">
                <a:solidFill>
                  <a:srgbClr val="13293D"/>
                </a:solidFill>
                <a:latin typeface="Mulish"/>
                <a:ea typeface="Mulish"/>
                <a:cs typeface="Mulish"/>
              </a:rPr>
              <a:t>Minute-level noise → hourly resampling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600"/>
              <a:t>Generated Output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1152144"/>
            <a:ext cx="8183879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buNone/>
            </a:pPr>
            <a:r>
              <a:rPr sz="1300" b="0" i="1">
                <a:solidFill>
                  <a:srgbClr val="065A82"/>
                </a:solidFill>
                <a:latin typeface="Calibri"/>
                <a:ea typeface="Calibri"/>
                <a:cs typeface="Calibri"/>
              </a:rPr>
              <a:t>LSTM forecast against actual demand — UCI held-out test window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" y="1481328"/>
            <a:ext cx="5394960" cy="303580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1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5" name="Picture 4" descr="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572768"/>
            <a:ext cx="4609171" cy="285292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75488" y="4590288"/>
            <a:ext cx="53949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buNone/>
            </a:pPr>
            <a:r>
              <a:rPr sz="1100" b="0" i="1">
                <a:solidFill>
                  <a:srgbClr val="5A6B7B"/>
                </a:solidFill>
                <a:latin typeface="Calibri"/>
                <a:ea typeface="Calibri"/>
                <a:cs typeface="Calibri"/>
              </a:rPr>
              <a:t>Predictions track the daily peaks the baselines smooth over.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481328"/>
            <a:ext cx="2542032" cy="914400"/>
          </a:xfrm>
          <a:prstGeom prst="roundRect">
            <a:avLst>
              <a:gd name="adj" fmla="val 3000"/>
            </a:avLst>
          </a:prstGeom>
          <a:solidFill>
            <a:srgbClr val="3E7A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236208" y="1609344"/>
            <a:ext cx="2322576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ctr">
              <a:lnSpc>
                <a:spcPct val="95000"/>
              </a:lnSpc>
              <a:buNone/>
            </a:pPr>
            <a:r>
              <a:rPr sz="2100" b="1" i="0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0.3707</a:t>
            </a:r>
          </a:p>
          <a:p>
            <a:pPr marL="0" indent="0" algn="ctr">
              <a:lnSpc>
                <a:spcPct val="95000"/>
              </a:lnSpc>
              <a:spcBef>
                <a:spcPts val="400"/>
              </a:spcBef>
              <a:buNone/>
            </a:pPr>
            <a:r>
              <a:rPr sz="1100" b="0" i="0">
                <a:solidFill>
                  <a:srgbClr val="C6DBE8"/>
                </a:solidFill>
                <a:latin typeface="Mulish"/>
                <a:ea typeface="Mulish"/>
                <a:cs typeface="Mulish"/>
              </a:rPr>
              <a:t>MAE (kW)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2542032"/>
            <a:ext cx="2542032" cy="914400"/>
          </a:xfrm>
          <a:prstGeom prst="roundRect">
            <a:avLst>
              <a:gd name="adj" fmla="val 3000"/>
            </a:avLst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236208" y="2670048"/>
            <a:ext cx="2322576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ctr">
              <a:lnSpc>
                <a:spcPct val="95000"/>
              </a:lnSpc>
              <a:buNone/>
            </a:pPr>
            <a:r>
              <a:rPr sz="2100" b="1" i="0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0.5421</a:t>
            </a:r>
          </a:p>
          <a:p>
            <a:pPr marL="0" indent="0" algn="ctr">
              <a:lnSpc>
                <a:spcPct val="95000"/>
              </a:lnSpc>
              <a:spcBef>
                <a:spcPts val="400"/>
              </a:spcBef>
              <a:buNone/>
            </a:pPr>
            <a:r>
              <a:rPr sz="1100" b="0" i="0">
                <a:solidFill>
                  <a:srgbClr val="C6DBE8"/>
                </a:solidFill>
                <a:latin typeface="Mulish"/>
                <a:ea typeface="Mulish"/>
                <a:cs typeface="Mulish"/>
              </a:rPr>
              <a:t>RMSE (kW)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3602736"/>
            <a:ext cx="2542032" cy="914400"/>
          </a:xfrm>
          <a:prstGeom prst="roundRect">
            <a:avLst>
              <a:gd name="adj" fmla="val 3000"/>
            </a:avLst>
          </a:prstGeom>
          <a:solidFill>
            <a:srgbClr val="3E7A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236208" y="3730752"/>
            <a:ext cx="2322576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ctr">
              <a:lnSpc>
                <a:spcPct val="95000"/>
              </a:lnSpc>
              <a:buNone/>
            </a:pPr>
            <a:r>
              <a:rPr sz="2100" b="1" i="0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0.4432</a:t>
            </a:r>
          </a:p>
          <a:p>
            <a:pPr marL="0" indent="0" algn="ctr">
              <a:lnSpc>
                <a:spcPct val="95000"/>
              </a:lnSpc>
              <a:spcBef>
                <a:spcPts val="400"/>
              </a:spcBef>
              <a:buNone/>
            </a:pPr>
            <a:r>
              <a:rPr sz="1100" b="0" i="0">
                <a:solidFill>
                  <a:srgbClr val="C6DBE8"/>
                </a:solidFill>
                <a:latin typeface="Mulish"/>
                <a:ea typeface="Mulish"/>
                <a:cs typeface="Mulish"/>
              </a:rPr>
              <a:t>R² explained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600"/>
              <a:t>Validation &amp; Repair Evidence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188720"/>
            <a:ext cx="4937760" cy="1883664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1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4" name="Picture 3" descr="image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280160"/>
            <a:ext cx="4754880" cy="1688393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02920" y="3182112"/>
            <a:ext cx="4937760" cy="1463040"/>
          </a:xfrm>
          <a:prstGeom prst="roundRect">
            <a:avLst>
              <a:gd name="adj" fmla="val 3000"/>
            </a:avLst>
          </a:prstGeom>
          <a:solidFill>
            <a:srgbClr val="FBF1EF"/>
          </a:solidFill>
          <a:ln w="12700">
            <a:solidFill>
              <a:srgbClr val="F0D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22376" y="3364992"/>
            <a:ext cx="449884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buNone/>
            </a:pPr>
            <a:r>
              <a:rPr sz="1300" b="1" i="0">
                <a:solidFill>
                  <a:srgbClr val="B33A3A"/>
                </a:solidFill>
                <a:latin typeface="Cambria"/>
                <a:ea typeface="Cambria"/>
                <a:cs typeface="Cambria"/>
              </a:rPr>
              <a:t>Repairs made during development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2376" y="3785615"/>
            <a:ext cx="4498848" cy="6766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19456" indent="-219456" algn="l">
              <a:lnSpc>
                <a:spcPct val="95000"/>
              </a:lnSpc>
              <a:spcAft>
                <a:spcPts val="800"/>
              </a:spcAft>
              <a:buClr>
                <a:srgbClr val="D1630F"/>
              </a:buClr>
              <a:buSzPct val="90000"/>
              <a:buFont typeface="Wingdings"/>
              <a:buChar char="v"/>
            </a:pPr>
            <a:r>
              <a:rPr sz="1050" b="0" i="0">
                <a:solidFill>
                  <a:srgbClr val="13293D"/>
                </a:solidFill>
                <a:latin typeface="Mulish"/>
                <a:ea typeface="Mulish"/>
                <a:cs typeface="Mulish"/>
              </a:rPr>
              <a:t>V2 (deeper) rejected — better val loss, worse generalisation</a:t>
            </a:r>
          </a:p>
          <a:p>
            <a:pPr marL="219456" indent="-219456" algn="l">
              <a:lnSpc>
                <a:spcPct val="95000"/>
              </a:lnSpc>
              <a:spcAft>
                <a:spcPts val="800"/>
              </a:spcAft>
              <a:buClr>
                <a:srgbClr val="D1630F"/>
              </a:buClr>
              <a:buSzPct val="90000"/>
              <a:buFont typeface="Wingdings"/>
              <a:buChar char="v"/>
            </a:pPr>
            <a:r>
              <a:rPr sz="1050" b="0" i="0">
                <a:solidFill>
                  <a:srgbClr val="13293D"/>
                </a:solidFill>
                <a:latin typeface="Mulish"/>
                <a:ea typeface="Mulish"/>
                <a:cs typeface="Mulish"/>
              </a:rPr>
              <a:t>MAPE found unreliable near zero → rely on MAE / RMSE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87568" y="1188720"/>
            <a:ext cx="2980944" cy="3456432"/>
          </a:xfrm>
          <a:prstGeom prst="roundRect">
            <a:avLst>
              <a:gd name="adj" fmla="val 3000"/>
            </a:avLst>
          </a:prstGeom>
          <a:solidFill>
            <a:srgbClr val="F4F7FA"/>
          </a:solidFill>
          <a:ln w="12700">
            <a:solidFill>
              <a:srgbClr val="E1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07024" y="1371600"/>
            <a:ext cx="2542032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buNone/>
            </a:pPr>
            <a:r>
              <a:rPr sz="1400" b="1" i="0">
                <a:solidFill>
                  <a:srgbClr val="065A82"/>
                </a:solidFill>
                <a:latin typeface="Cambria"/>
                <a:ea typeface="Cambria"/>
                <a:cs typeface="Cambria"/>
              </a:rPr>
              <a:t>What the curves prove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07024" y="1792224"/>
            <a:ext cx="2542032" cy="2670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19456" indent="-219456" algn="l">
              <a:lnSpc>
                <a:spcPct val="95000"/>
              </a:lnSpc>
              <a:spcAft>
                <a:spcPts val="2600"/>
              </a:spcAft>
              <a:buClr>
                <a:srgbClr val="D1630F"/>
              </a:buClr>
              <a:buSzPct val="90000"/>
              <a:buFont typeface="Wingdings"/>
              <a:buChar char="v"/>
            </a:pPr>
            <a:r>
              <a:rPr sz="1100" b="0" i="0">
                <a:solidFill>
                  <a:srgbClr val="13293D"/>
                </a:solidFill>
                <a:latin typeface="Mulish"/>
                <a:ea typeface="Mulish"/>
                <a:cs typeface="Mulish"/>
              </a:rPr>
              <a:t>Validation tracks training — no over-fitting</a:t>
            </a:r>
          </a:p>
          <a:p>
            <a:pPr marL="219456" indent="-219456" algn="l">
              <a:lnSpc>
                <a:spcPct val="95000"/>
              </a:lnSpc>
              <a:spcAft>
                <a:spcPts val="2600"/>
              </a:spcAft>
              <a:buClr>
                <a:srgbClr val="D1630F"/>
              </a:buClr>
              <a:buSzPct val="90000"/>
              <a:buFont typeface="Wingdings"/>
              <a:buChar char="v"/>
            </a:pPr>
            <a:r>
              <a:rPr sz="1100" b="0" i="0">
                <a:solidFill>
                  <a:srgbClr val="13293D"/>
                </a:solidFill>
                <a:latin typeface="Mulish"/>
                <a:ea typeface="Mulish"/>
                <a:cs typeface="Mulish"/>
              </a:rPr>
              <a:t>Early stopping retained epoch 43</a:t>
            </a:r>
          </a:p>
          <a:p>
            <a:pPr marL="219456" indent="-219456" algn="l">
              <a:lnSpc>
                <a:spcPct val="95000"/>
              </a:lnSpc>
              <a:spcAft>
                <a:spcPts val="2600"/>
              </a:spcAft>
              <a:buClr>
                <a:srgbClr val="D1630F"/>
              </a:buClr>
              <a:buSzPct val="90000"/>
              <a:buFont typeface="Wingdings"/>
              <a:buChar char="v"/>
            </a:pPr>
            <a:r>
              <a:rPr sz="1100" b="0" i="0">
                <a:solidFill>
                  <a:srgbClr val="13293D"/>
                </a:solidFill>
                <a:latin typeface="Mulish"/>
                <a:ea typeface="Mulish"/>
                <a:cs typeface="Mulish"/>
              </a:rPr>
              <a:t>Fixed seed 42 → reproducible re-runs</a:t>
            </a:r>
          </a:p>
          <a:p>
            <a:pPr marL="219456" indent="-219456" algn="l">
              <a:lnSpc>
                <a:spcPct val="95000"/>
              </a:lnSpc>
              <a:spcAft>
                <a:spcPts val="2600"/>
              </a:spcAft>
              <a:buClr>
                <a:srgbClr val="D1630F"/>
              </a:buClr>
              <a:buSzPct val="90000"/>
              <a:buFont typeface="Wingdings"/>
              <a:buChar char="v"/>
            </a:pPr>
            <a:r>
              <a:rPr sz="1100" b="0" i="0">
                <a:solidFill>
                  <a:srgbClr val="13293D"/>
                </a:solidFill>
                <a:latin typeface="Mulish"/>
                <a:ea typeface="Mulish"/>
                <a:cs typeface="Mulish"/>
              </a:rPr>
              <a:t>Chronological split asserted in code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600"/>
              <a:t>Results &amp; Evaluation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75488" y="1188720"/>
            <a:ext cx="4956048" cy="3456432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1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4" name="Picture 3" descr="image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280160"/>
            <a:ext cx="4773168" cy="2953197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687568" y="1188720"/>
            <a:ext cx="2980944" cy="3456432"/>
          </a:xfrm>
          <a:prstGeom prst="roundRect">
            <a:avLst>
              <a:gd name="adj" fmla="val 3000"/>
            </a:avLst>
          </a:prstGeom>
          <a:solidFill>
            <a:srgbClr val="F4F7FA"/>
          </a:solidFill>
          <a:ln w="12700">
            <a:solidFill>
              <a:srgbClr val="E1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07024" y="1371600"/>
            <a:ext cx="2542032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buNone/>
            </a:pPr>
            <a:r>
              <a:rPr sz="1400" b="1" i="0">
                <a:solidFill>
                  <a:srgbClr val="065A82"/>
                </a:solidFill>
                <a:latin typeface="Cambria"/>
                <a:ea typeface="Cambria"/>
                <a:cs typeface="Cambria"/>
              </a:rPr>
              <a:t>Anomaly detection — UCI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07024" y="1810512"/>
            <a:ext cx="658368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l">
              <a:buNone/>
            </a:pPr>
            <a:r>
              <a:rPr sz="1700" b="1" i="0">
                <a:solidFill>
                  <a:srgbClr val="065A82"/>
                </a:solidFill>
                <a:latin typeface="Cambria"/>
                <a:ea typeface="Cambria"/>
                <a:cs typeface="Cambria"/>
              </a:rPr>
              <a:t>346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01968" y="1810512"/>
            <a:ext cx="1865376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sz="1000" b="0" i="0">
                <a:solidFill>
                  <a:srgbClr val="13293D"/>
                </a:solidFill>
                <a:latin typeface="Mulish"/>
                <a:ea typeface="Mulish"/>
                <a:cs typeface="Mulish"/>
              </a:rPr>
              <a:t>flagged by Isolation Forest (1.00%)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07024" y="2359152"/>
            <a:ext cx="658368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l">
              <a:buNone/>
            </a:pPr>
            <a:r>
              <a:rPr sz="1700" b="1" i="0">
                <a:solidFill>
                  <a:srgbClr val="065A82"/>
                </a:solidFill>
                <a:latin typeface="Cambria"/>
                <a:ea typeface="Cambria"/>
                <a:cs typeface="Cambria"/>
              </a:rPr>
              <a:t>440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01968" y="2359152"/>
            <a:ext cx="1865376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sz="1000" b="0" i="0">
                <a:solidFill>
                  <a:srgbClr val="13293D"/>
                </a:solidFill>
                <a:latin typeface="Mulish"/>
                <a:ea typeface="Mulish"/>
                <a:cs typeface="Mulish"/>
              </a:rPr>
              <a:t>flagged by Z-score reference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07024" y="2907791"/>
            <a:ext cx="658368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l">
              <a:buNone/>
            </a:pPr>
            <a:r>
              <a:rPr sz="1700" b="1" i="0">
                <a:solidFill>
                  <a:srgbClr val="065A82"/>
                </a:solidFill>
                <a:latin typeface="Cambria"/>
                <a:ea typeface="Cambria"/>
                <a:cs typeface="Cambria"/>
              </a:rPr>
              <a:t>267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01968" y="2907791"/>
            <a:ext cx="1865376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sz="1000" b="0" i="0">
                <a:solidFill>
                  <a:srgbClr val="13293D"/>
                </a:solidFill>
                <a:latin typeface="Mulish"/>
                <a:ea typeface="Mulish"/>
                <a:cs typeface="Mulish"/>
              </a:rPr>
              <a:t>agreed by both methods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07024" y="3456432"/>
            <a:ext cx="658368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l">
              <a:buNone/>
            </a:pPr>
            <a:r>
              <a:rPr sz="1700" b="1" i="0">
                <a:solidFill>
                  <a:srgbClr val="065A82"/>
                </a:solidFill>
                <a:latin typeface="Cambria"/>
                <a:ea typeface="Cambria"/>
                <a:cs typeface="Cambria"/>
              </a:rPr>
              <a:t>79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01968" y="3456432"/>
            <a:ext cx="1865376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sz="1000" b="0" i="0">
                <a:solidFill>
                  <a:srgbClr val="13293D"/>
                </a:solidFill>
                <a:latin typeface="Mulish"/>
                <a:ea typeface="Mulish"/>
                <a:cs typeface="Mulish"/>
              </a:rPr>
              <a:t>multivariate-only detections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07024" y="4041648"/>
            <a:ext cx="254203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sz="950" b="0" i="1">
                <a:solidFill>
                  <a:srgbClr val="5A6B7B"/>
                </a:solidFill>
                <a:latin typeface="Calibri"/>
                <a:ea typeface="Calibri"/>
                <a:cs typeface="Calibri"/>
              </a:rPr>
              <a:t>No ground-truth labels exist — these measure AGREEMENT between two methods, not accuracy. The 79 multivariate-only finds are the added value.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600"/>
              <a:t>Baseline vs Proposed Pipeline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02920" y="1188720"/>
          <a:ext cx="8138160" cy="1563624"/>
        </p:xfrm>
        <a:graphic>
          <a:graphicData uri="http://schemas.openxmlformats.org/drawingml/2006/table">
            <a:tbl>
              <a:tblPr/>
              <a:tblGrid>
                <a:gridCol w="2651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mbria"/>
                        </a:rPr>
                        <a:t>Model</a:t>
                      </a:r>
                    </a:p>
                  </a:txBody>
                  <a:tcPr marT="36576" marB="36576">
                    <a:solidFill>
                      <a:srgbClr val="1329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Cambria"/>
                        </a:rPr>
                        <a:t>MAE (kW)</a:t>
                      </a:r>
                    </a:p>
                  </a:txBody>
                  <a:tcPr marT="36576" marB="36576">
                    <a:solidFill>
                      <a:srgbClr val="1329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Cambria"/>
                        </a:rPr>
                        <a:t>RMSE (kW)</a:t>
                      </a:r>
                    </a:p>
                  </a:txBody>
                  <a:tcPr marT="36576" marB="36576">
                    <a:solidFill>
                      <a:srgbClr val="1329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Cambria"/>
                        </a:rPr>
                        <a:t>MAPE (%)</a:t>
                      </a:r>
                    </a:p>
                  </a:txBody>
                  <a:tcPr marT="36576" marB="36576">
                    <a:solidFill>
                      <a:srgbClr val="1329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Cambria"/>
                        </a:rPr>
                        <a:t>R²</a:t>
                      </a:r>
                    </a:p>
                  </a:txBody>
                  <a:tcPr marT="36576" marB="36576">
                    <a:solidFill>
                      <a:srgbClr val="1329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3293D"/>
                          </a:solidFill>
                          <a:latin typeface="Cambria"/>
                        </a:rPr>
                        <a:t>Naive persistence</a:t>
                      </a:r>
                    </a:p>
                  </a:txBody>
                  <a:tcPr marT="36576" marB="36576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3293D"/>
                          </a:solidFill>
                          <a:latin typeface="Mulish"/>
                        </a:rPr>
                        <a:t>0.4054</a:t>
                      </a:r>
                    </a:p>
                  </a:txBody>
                  <a:tcPr marT="36576" marB="36576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3293D"/>
                          </a:solidFill>
                          <a:latin typeface="Mulish"/>
                        </a:rPr>
                        <a:t>0.6350</a:t>
                      </a:r>
                    </a:p>
                  </a:txBody>
                  <a:tcPr marT="36576" marB="36576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3293D"/>
                          </a:solidFill>
                          <a:latin typeface="Mulish"/>
                        </a:rPr>
                        <a:t>44.07</a:t>
                      </a:r>
                    </a:p>
                  </a:txBody>
                  <a:tcPr marT="36576" marB="36576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3293D"/>
                          </a:solidFill>
                          <a:latin typeface="Mulish"/>
                        </a:rPr>
                        <a:t>0.2361</a:t>
                      </a:r>
                    </a:p>
                  </a:txBody>
                  <a:tcPr marT="36576" marB="36576"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3293D"/>
                          </a:solidFill>
                          <a:latin typeface="Cambria"/>
                        </a:rPr>
                        <a:t>24-h moving average</a:t>
                      </a:r>
                    </a:p>
                  </a:txBody>
                  <a:tcPr marT="36576" marB="36576">
                    <a:solidFill>
                      <a:srgbClr val="EF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3293D"/>
                          </a:solidFill>
                          <a:latin typeface="Mulish"/>
                        </a:rPr>
                        <a:t>0.5768</a:t>
                      </a:r>
                    </a:p>
                  </a:txBody>
                  <a:tcPr marT="36576" marB="36576">
                    <a:solidFill>
                      <a:srgbClr val="EF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3293D"/>
                          </a:solidFill>
                          <a:latin typeface="Mulish"/>
                        </a:rPr>
                        <a:t>0.7066</a:t>
                      </a:r>
                    </a:p>
                  </a:txBody>
                  <a:tcPr marT="36576" marB="36576">
                    <a:solidFill>
                      <a:srgbClr val="EF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3293D"/>
                          </a:solidFill>
                          <a:latin typeface="Mulish"/>
                        </a:rPr>
                        <a:t>87.89</a:t>
                      </a:r>
                    </a:p>
                  </a:txBody>
                  <a:tcPr marT="36576" marB="36576">
                    <a:solidFill>
                      <a:srgbClr val="EF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3293D"/>
                          </a:solidFill>
                          <a:latin typeface="Mulish"/>
                        </a:rPr>
                        <a:t>0.0542</a:t>
                      </a:r>
                    </a:p>
                  </a:txBody>
                  <a:tcPr marT="36576" marB="36576">
                    <a:solidFill>
                      <a:srgbClr val="EF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065A82"/>
                          </a:solidFill>
                          <a:latin typeface="Cambria"/>
                        </a:rPr>
                        <a:t>LSTM (proposed)</a:t>
                      </a:r>
                    </a:p>
                  </a:txBody>
                  <a:tcPr marT="36576" marB="36576">
                    <a:solidFill>
                      <a:srgbClr val="DCE9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065A82"/>
                          </a:solidFill>
                          <a:latin typeface="Cambria"/>
                        </a:rPr>
                        <a:t>0.3707</a:t>
                      </a:r>
                    </a:p>
                  </a:txBody>
                  <a:tcPr marT="36576" marB="36576">
                    <a:solidFill>
                      <a:srgbClr val="DCE9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065A82"/>
                          </a:solidFill>
                          <a:latin typeface="Cambria"/>
                        </a:rPr>
                        <a:t>0.5421</a:t>
                      </a:r>
                    </a:p>
                  </a:txBody>
                  <a:tcPr marT="36576" marB="36576">
                    <a:solidFill>
                      <a:srgbClr val="DCE9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065A82"/>
                          </a:solidFill>
                          <a:latin typeface="Cambria"/>
                        </a:rPr>
                        <a:t>45.77</a:t>
                      </a:r>
                    </a:p>
                  </a:txBody>
                  <a:tcPr marT="36576" marB="36576">
                    <a:solidFill>
                      <a:srgbClr val="DCE9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065A82"/>
                          </a:solidFill>
                          <a:latin typeface="Cambria"/>
                        </a:rPr>
                        <a:t>0.4432</a:t>
                      </a:r>
                    </a:p>
                  </a:txBody>
                  <a:tcPr marT="36576" marB="36576">
                    <a:solidFill>
                      <a:srgbClr val="DCE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02920" y="2999232"/>
            <a:ext cx="2596896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ctr">
              <a:lnSpc>
                <a:spcPct val="90000"/>
              </a:lnSpc>
              <a:buNone/>
            </a:pPr>
            <a:r>
              <a:rPr sz="3000" b="1" i="0">
                <a:solidFill>
                  <a:srgbClr val="065A82"/>
                </a:solidFill>
                <a:latin typeface="Cambria"/>
                <a:ea typeface="Cambria"/>
                <a:cs typeface="Cambria"/>
              </a:rPr>
              <a:t>8.6%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474720"/>
            <a:ext cx="2596896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ctr">
              <a:lnSpc>
                <a:spcPct val="95000"/>
              </a:lnSpc>
              <a:buNone/>
            </a:pPr>
            <a:r>
              <a:rPr sz="1100" b="0" i="0">
                <a:solidFill>
                  <a:srgbClr val="5A6B7B"/>
                </a:solidFill>
                <a:latin typeface="Calibri"/>
                <a:ea typeface="Calibri"/>
                <a:cs typeface="Calibri"/>
              </a:rPr>
              <a:t>lower MAE than naive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73552" y="2999232"/>
            <a:ext cx="2596896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ctr">
              <a:lnSpc>
                <a:spcPct val="90000"/>
              </a:lnSpc>
              <a:buNone/>
            </a:pPr>
            <a:r>
              <a:rPr sz="3000" b="1" i="0">
                <a:solidFill>
                  <a:srgbClr val="065A82"/>
                </a:solidFill>
                <a:latin typeface="Cambria"/>
                <a:ea typeface="Cambria"/>
                <a:cs typeface="Cambria"/>
              </a:rPr>
              <a:t>35.7%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73552" y="3474720"/>
            <a:ext cx="2596896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ctr">
              <a:lnSpc>
                <a:spcPct val="95000"/>
              </a:lnSpc>
              <a:buNone/>
            </a:pPr>
            <a:r>
              <a:rPr sz="1100" b="0" i="0">
                <a:solidFill>
                  <a:srgbClr val="5A6B7B"/>
                </a:solidFill>
                <a:latin typeface="Calibri"/>
                <a:ea typeface="Calibri"/>
                <a:cs typeface="Calibri"/>
              </a:rPr>
              <a:t>lower MAE than moving average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44183" y="2999232"/>
            <a:ext cx="2596896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ctr">
              <a:lnSpc>
                <a:spcPct val="90000"/>
              </a:lnSpc>
              <a:buNone/>
            </a:pPr>
            <a:r>
              <a:rPr sz="3000" b="1" i="0">
                <a:solidFill>
                  <a:srgbClr val="065A82"/>
                </a:solidFill>
                <a:latin typeface="Cambria"/>
                <a:ea typeface="Cambria"/>
                <a:cs typeface="Cambria"/>
              </a:rPr>
              <a:t>×2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44183" y="3474720"/>
            <a:ext cx="2596896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ctr">
              <a:lnSpc>
                <a:spcPct val="95000"/>
              </a:lnSpc>
              <a:buNone/>
            </a:pPr>
            <a:r>
              <a:rPr sz="1100" b="0" i="0">
                <a:solidFill>
                  <a:srgbClr val="5A6B7B"/>
                </a:solidFill>
                <a:latin typeface="Calibri"/>
                <a:ea typeface="Calibri"/>
                <a:cs typeface="Calibri"/>
              </a:rPr>
              <a:t>variance explained vs naive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096512"/>
            <a:ext cx="8138160" cy="512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sz="1100" b="0" i="1">
                <a:solidFill>
                  <a:srgbClr val="5A6B7B"/>
                </a:solidFill>
                <a:latin typeface="Calibri"/>
                <a:ea typeface="Calibri"/>
                <a:cs typeface="Calibri"/>
              </a:rPr>
              <a:t>MAPE exceeds naive only because household demand approaches zero overnight — dividing by near-zero inflates the percentage. MAE, RMSE, and R² are the reliable measures here.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600"/>
              <a:t>Performance Benchmarks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1152144"/>
            <a:ext cx="8183879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buNone/>
            </a:pPr>
            <a:r>
              <a:rPr sz="1300" b="0" i="1">
                <a:solidFill>
                  <a:srgbClr val="065A82"/>
                </a:solidFill>
                <a:latin typeface="Calibri"/>
                <a:ea typeface="Calibri"/>
                <a:cs typeface="Calibri"/>
              </a:rPr>
              <a:t>Cross-dataset validation — Tetouan City (unchanged pipeline)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75488" y="1463040"/>
          <a:ext cx="5120640" cy="281635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5870448" y="1463040"/>
            <a:ext cx="2798064" cy="841248"/>
          </a:xfrm>
          <a:prstGeom prst="roundRect">
            <a:avLst>
              <a:gd name="adj" fmla="val 3000"/>
            </a:avLst>
          </a:prstGeom>
          <a:solidFill>
            <a:srgbClr val="F4F7FA"/>
          </a:solidFill>
          <a:ln w="12700">
            <a:solidFill>
              <a:srgbClr val="E1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089904" y="1463040"/>
            <a:ext cx="1042415" cy="8412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l">
              <a:buNone/>
            </a:pPr>
            <a:r>
              <a:rPr sz="1900" b="1" i="0">
                <a:solidFill>
                  <a:srgbClr val="065A82"/>
                </a:solidFill>
                <a:latin typeface="Cambria"/>
                <a:ea typeface="Cambria"/>
                <a:cs typeface="Cambria"/>
              </a:rPr>
              <a:t>62.0%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87184" y="1463040"/>
            <a:ext cx="1298448" cy="8412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sz="1050" b="0" i="0">
                <a:solidFill>
                  <a:srgbClr val="13293D"/>
                </a:solidFill>
                <a:latin typeface="Mulish"/>
                <a:ea typeface="Mulish"/>
                <a:cs typeface="Mulish"/>
              </a:rPr>
              <a:t>better than naive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70448" y="2450592"/>
            <a:ext cx="2798064" cy="841248"/>
          </a:xfrm>
          <a:prstGeom prst="roundRect">
            <a:avLst>
              <a:gd name="adj" fmla="val 3000"/>
            </a:avLst>
          </a:prstGeom>
          <a:solidFill>
            <a:srgbClr val="EFF4F8"/>
          </a:solidFill>
          <a:ln w="12700">
            <a:solidFill>
              <a:srgbClr val="E1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089904" y="2450592"/>
            <a:ext cx="1042415" cy="8412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l">
              <a:buNone/>
            </a:pPr>
            <a:r>
              <a:rPr sz="1900" b="1" i="0">
                <a:solidFill>
                  <a:srgbClr val="065A82"/>
                </a:solidFill>
                <a:latin typeface="Cambria"/>
                <a:ea typeface="Cambria"/>
                <a:cs typeface="Cambria"/>
              </a:rPr>
              <a:t>87.0%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87184" y="2450592"/>
            <a:ext cx="1298448" cy="8412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sz="1050" b="0" i="0">
                <a:solidFill>
                  <a:srgbClr val="13293D"/>
                </a:solidFill>
                <a:latin typeface="Mulish"/>
                <a:ea typeface="Mulish"/>
                <a:cs typeface="Mulish"/>
              </a:rPr>
              <a:t>better than moving average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870448" y="3438144"/>
            <a:ext cx="2798064" cy="841248"/>
          </a:xfrm>
          <a:prstGeom prst="roundRect">
            <a:avLst>
              <a:gd name="adj" fmla="val 3000"/>
            </a:avLst>
          </a:prstGeom>
          <a:solidFill>
            <a:srgbClr val="F4F7FA"/>
          </a:solidFill>
          <a:ln w="12700">
            <a:solidFill>
              <a:srgbClr val="E1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089904" y="3438144"/>
            <a:ext cx="1042415" cy="8412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l">
              <a:buNone/>
            </a:pPr>
            <a:r>
              <a:rPr sz="1900" b="1" i="0">
                <a:solidFill>
                  <a:srgbClr val="065A82"/>
                </a:solidFill>
                <a:latin typeface="Cambria"/>
                <a:ea typeface="Cambria"/>
                <a:cs typeface="Cambria"/>
              </a:rPr>
              <a:t>2.36%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87184" y="3438144"/>
            <a:ext cx="1298448" cy="8412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sz="1050" b="0" i="0">
                <a:solidFill>
                  <a:srgbClr val="13293D"/>
                </a:solidFill>
                <a:latin typeface="Mulish"/>
                <a:ea typeface="Mulish"/>
                <a:cs typeface="Mulish"/>
              </a:rPr>
              <a:t>normalised MAE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" y="4407408"/>
            <a:ext cx="818387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buNone/>
            </a:pPr>
            <a:r>
              <a:rPr sz="1050" b="0" i="1">
                <a:solidFill>
                  <a:srgbClr val="5A6B7B"/>
                </a:solidFill>
                <a:latin typeface="Calibri"/>
                <a:ea typeface="Calibri"/>
                <a:cs typeface="Calibri"/>
              </a:rPr>
              <a:t>Efficiency: 29,857 parameters · ~11 minutes training on a laptop CPU · no GPU used at any stage.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600"/>
              <a:t>Validation Flow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298448"/>
            <a:ext cx="2560320" cy="1298448"/>
          </a:xfrm>
          <a:prstGeom prst="roundRect">
            <a:avLst>
              <a:gd name="adj" fmla="val 3000"/>
            </a:avLst>
          </a:prstGeom>
          <a:solidFill>
            <a:srgbClr val="F4F7FA"/>
          </a:solidFill>
          <a:ln w="12700">
            <a:solidFill>
              <a:srgbClr val="E1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Oval 3"/>
          <p:cNvSpPr/>
          <p:nvPr/>
        </p:nvSpPr>
        <p:spPr>
          <a:xfrm>
            <a:off x="704088" y="1481328"/>
            <a:ext cx="384048" cy="384048"/>
          </a:xfrm>
          <a:prstGeom prst="ellipse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04088" y="1481328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ctr">
              <a:buNone/>
            </a:pPr>
            <a:r>
              <a:rPr sz="1300" b="1" i="0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97864" y="1499616"/>
            <a:ext cx="1664207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l">
              <a:buNone/>
            </a:pPr>
            <a:r>
              <a:rPr sz="1250" b="1" i="0">
                <a:solidFill>
                  <a:srgbClr val="065A82"/>
                </a:solidFill>
                <a:latin typeface="Cambria"/>
                <a:ea typeface="Cambria"/>
                <a:cs typeface="Cambria"/>
              </a:rPr>
              <a:t>Raw 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4088" y="2011680"/>
            <a:ext cx="2157984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sz="1050" b="0" i="0">
                <a:solidFill>
                  <a:srgbClr val="13293D"/>
                </a:solidFill>
                <a:latin typeface="Mulish"/>
                <a:ea typeface="Mulish"/>
                <a:cs typeface="Mulish"/>
              </a:rPr>
              <a:t>Two public benchmarks</a:t>
            </a:r>
          </a:p>
        </p:txBody>
      </p:sp>
      <p:sp>
        <p:nvSpPr>
          <p:cNvPr id="8" name="Right Arrow 7"/>
          <p:cNvSpPr/>
          <p:nvPr/>
        </p:nvSpPr>
        <p:spPr>
          <a:xfrm>
            <a:off x="3081527" y="1856231"/>
            <a:ext cx="192024" cy="182880"/>
          </a:xfrm>
          <a:prstGeom prst="rightArrow">
            <a:avLst/>
          </a:prstGeom>
          <a:solidFill>
            <a:srgbClr val="9FB4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3291839" y="1298448"/>
            <a:ext cx="2560320" cy="1298448"/>
          </a:xfrm>
          <a:prstGeom prst="roundRect">
            <a:avLst>
              <a:gd name="adj" fmla="val 3000"/>
            </a:avLst>
          </a:prstGeom>
          <a:solidFill>
            <a:srgbClr val="F4F7FA"/>
          </a:solidFill>
          <a:ln w="12700">
            <a:solidFill>
              <a:srgbClr val="E1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Oval 9"/>
          <p:cNvSpPr/>
          <p:nvPr/>
        </p:nvSpPr>
        <p:spPr>
          <a:xfrm>
            <a:off x="3493008" y="1481328"/>
            <a:ext cx="384048" cy="384048"/>
          </a:xfrm>
          <a:prstGeom prst="ellipse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493008" y="1481328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ctr">
              <a:buNone/>
            </a:pPr>
            <a:r>
              <a:rPr sz="1300" b="1" i="0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86783" y="1499616"/>
            <a:ext cx="1664207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l">
              <a:buNone/>
            </a:pPr>
            <a:r>
              <a:rPr sz="1250" b="1" i="0">
                <a:solidFill>
                  <a:srgbClr val="065A82"/>
                </a:solidFill>
                <a:latin typeface="Cambria"/>
                <a:ea typeface="Cambria"/>
                <a:cs typeface="Cambria"/>
              </a:rPr>
              <a:t>Leakage check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93008" y="2011680"/>
            <a:ext cx="2157984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sz="1050" b="0" i="0">
                <a:solidFill>
                  <a:srgbClr val="13293D"/>
                </a:solidFill>
                <a:latin typeface="Mulish"/>
                <a:ea typeface="Mulish"/>
                <a:cs typeface="Mulish"/>
              </a:rPr>
              <a:t>Split before scaling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5870447" y="1856231"/>
            <a:ext cx="192024" cy="182880"/>
          </a:xfrm>
          <a:prstGeom prst="rightArrow">
            <a:avLst/>
          </a:prstGeom>
          <a:solidFill>
            <a:srgbClr val="9FB4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6080759" y="1298448"/>
            <a:ext cx="2560320" cy="1298448"/>
          </a:xfrm>
          <a:prstGeom prst="roundRect">
            <a:avLst>
              <a:gd name="adj" fmla="val 3000"/>
            </a:avLst>
          </a:prstGeom>
          <a:solidFill>
            <a:srgbClr val="F4F7FA"/>
          </a:solidFill>
          <a:ln w="12700">
            <a:solidFill>
              <a:srgbClr val="E1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Oval 15"/>
          <p:cNvSpPr/>
          <p:nvPr/>
        </p:nvSpPr>
        <p:spPr>
          <a:xfrm>
            <a:off x="6281927" y="1481328"/>
            <a:ext cx="384048" cy="384048"/>
          </a:xfrm>
          <a:prstGeom prst="ellipse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281927" y="1481328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ctr">
              <a:buNone/>
            </a:pPr>
            <a:r>
              <a:rPr sz="1300" b="1" i="0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75703" y="1499616"/>
            <a:ext cx="1664207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l">
              <a:buNone/>
            </a:pPr>
            <a:r>
              <a:rPr sz="1250" b="1" i="0">
                <a:solidFill>
                  <a:srgbClr val="065A82"/>
                </a:solidFill>
                <a:latin typeface="Cambria"/>
                <a:ea typeface="Cambria"/>
                <a:cs typeface="Cambria"/>
              </a:rPr>
              <a:t>Train + early stop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81927" y="2011680"/>
            <a:ext cx="2157984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sz="1050" b="0" i="0">
                <a:solidFill>
                  <a:srgbClr val="13293D"/>
                </a:solidFill>
                <a:latin typeface="Mulish"/>
                <a:ea typeface="Mulish"/>
                <a:cs typeface="Mulish"/>
              </a:rPr>
              <a:t>Seed 42, patience 10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2871215"/>
            <a:ext cx="2560320" cy="1298448"/>
          </a:xfrm>
          <a:prstGeom prst="roundRect">
            <a:avLst>
              <a:gd name="adj" fmla="val 3000"/>
            </a:avLst>
          </a:prstGeom>
          <a:solidFill>
            <a:srgbClr val="EFF4F8"/>
          </a:solidFill>
          <a:ln w="12700">
            <a:solidFill>
              <a:srgbClr val="E1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1" name="Oval 20"/>
          <p:cNvSpPr/>
          <p:nvPr/>
        </p:nvSpPr>
        <p:spPr>
          <a:xfrm>
            <a:off x="704088" y="3054096"/>
            <a:ext cx="384048" cy="384048"/>
          </a:xfrm>
          <a:prstGeom prst="ellipse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04088" y="3054096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ctr">
              <a:buNone/>
            </a:pPr>
            <a:r>
              <a:rPr sz="1300" b="1" i="0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97864" y="3072384"/>
            <a:ext cx="1664207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l">
              <a:buNone/>
            </a:pPr>
            <a:r>
              <a:rPr sz="1250" b="1" i="0">
                <a:solidFill>
                  <a:srgbClr val="065A82"/>
                </a:solidFill>
                <a:latin typeface="Cambria"/>
                <a:ea typeface="Cambria"/>
                <a:cs typeface="Cambria"/>
              </a:rPr>
              <a:t>Baseline comparison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4088" y="3584448"/>
            <a:ext cx="2157984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sz="1050" b="0" i="0">
                <a:solidFill>
                  <a:srgbClr val="13293D"/>
                </a:solidFill>
                <a:latin typeface="Mulish"/>
                <a:ea typeface="Mulish"/>
                <a:cs typeface="Mulish"/>
              </a:rPr>
              <a:t>Naive &amp; moving average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3081527" y="3428999"/>
            <a:ext cx="192024" cy="182880"/>
          </a:xfrm>
          <a:prstGeom prst="rightArrow">
            <a:avLst/>
          </a:prstGeom>
          <a:solidFill>
            <a:srgbClr val="9FB4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3291839" y="2871215"/>
            <a:ext cx="2560320" cy="1298448"/>
          </a:xfrm>
          <a:prstGeom prst="roundRect">
            <a:avLst>
              <a:gd name="adj" fmla="val 3000"/>
            </a:avLst>
          </a:prstGeom>
          <a:solidFill>
            <a:srgbClr val="EFF4F8"/>
          </a:solidFill>
          <a:ln w="12700">
            <a:solidFill>
              <a:srgbClr val="E1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7" name="Oval 26"/>
          <p:cNvSpPr/>
          <p:nvPr/>
        </p:nvSpPr>
        <p:spPr>
          <a:xfrm>
            <a:off x="3493008" y="3054096"/>
            <a:ext cx="384048" cy="384048"/>
          </a:xfrm>
          <a:prstGeom prst="ellipse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493008" y="3054096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ctr">
              <a:buNone/>
            </a:pPr>
            <a:r>
              <a:rPr sz="1300" b="1" i="0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986783" y="3072384"/>
            <a:ext cx="1664207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l">
              <a:buNone/>
            </a:pPr>
            <a:r>
              <a:rPr sz="1250" b="1" i="0">
                <a:solidFill>
                  <a:srgbClr val="065A82"/>
                </a:solidFill>
                <a:latin typeface="Cambria"/>
                <a:ea typeface="Cambria"/>
                <a:cs typeface="Cambria"/>
              </a:rPr>
              <a:t>Cross-dataset run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93008" y="3584448"/>
            <a:ext cx="2157984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sz="1050" b="0" i="0">
                <a:solidFill>
                  <a:srgbClr val="13293D"/>
                </a:solidFill>
                <a:latin typeface="Mulish"/>
                <a:ea typeface="Mulish"/>
                <a:cs typeface="Mulish"/>
              </a:rPr>
              <a:t>Unchanged pipeline</a:t>
            </a:r>
          </a:p>
        </p:txBody>
      </p:sp>
      <p:sp>
        <p:nvSpPr>
          <p:cNvPr id="31" name="Right Arrow 30"/>
          <p:cNvSpPr/>
          <p:nvPr/>
        </p:nvSpPr>
        <p:spPr>
          <a:xfrm>
            <a:off x="5870447" y="3428999"/>
            <a:ext cx="192024" cy="182880"/>
          </a:xfrm>
          <a:prstGeom prst="rightArrow">
            <a:avLst/>
          </a:prstGeom>
          <a:solidFill>
            <a:srgbClr val="9FB4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6080759" y="2871215"/>
            <a:ext cx="2560320" cy="1298448"/>
          </a:xfrm>
          <a:prstGeom prst="roundRect">
            <a:avLst>
              <a:gd name="adj" fmla="val 3000"/>
            </a:avLst>
          </a:prstGeom>
          <a:solidFill>
            <a:srgbClr val="EFF4F8"/>
          </a:solidFill>
          <a:ln w="12700">
            <a:solidFill>
              <a:srgbClr val="E1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3" name="Oval 32"/>
          <p:cNvSpPr/>
          <p:nvPr/>
        </p:nvSpPr>
        <p:spPr>
          <a:xfrm>
            <a:off x="6281927" y="3054096"/>
            <a:ext cx="384048" cy="384048"/>
          </a:xfrm>
          <a:prstGeom prst="ellipse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281927" y="3054096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ctr">
              <a:buNone/>
            </a:pPr>
            <a:r>
              <a:rPr sz="1300" b="1" i="0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75703" y="3072384"/>
            <a:ext cx="1664207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l">
              <a:buNone/>
            </a:pPr>
            <a:r>
              <a:rPr sz="1250" b="1" i="0">
                <a:solidFill>
                  <a:srgbClr val="065A82"/>
                </a:solidFill>
                <a:latin typeface="Cambria"/>
                <a:ea typeface="Cambria"/>
                <a:cs typeface="Cambria"/>
              </a:rPr>
              <a:t>Agreement study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81927" y="3584448"/>
            <a:ext cx="2157984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sz="1050" b="0" i="0">
                <a:solidFill>
                  <a:srgbClr val="13293D"/>
                </a:solidFill>
                <a:latin typeface="Mulish"/>
                <a:ea typeface="Mulish"/>
                <a:cs typeface="Mulish"/>
              </a:rPr>
              <a:t>IF vs Z-score reference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" y="4443984"/>
            <a:ext cx="8138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ctr">
              <a:buNone/>
            </a:pPr>
            <a:r>
              <a:rPr sz="1150" b="0" i="1">
                <a:solidFill>
                  <a:srgbClr val="065A82"/>
                </a:solidFill>
                <a:latin typeface="Calibri"/>
                <a:ea typeface="Calibri"/>
                <a:cs typeface="Calibri"/>
              </a:rPr>
              <a:t>Every claim in this project is backed by a comparison, a second dataset, or a reproducible artefact.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600"/>
              <a:t>Critical Reflection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188720"/>
            <a:ext cx="2596896" cy="3456432"/>
          </a:xfrm>
          <a:prstGeom prst="roundRect">
            <a:avLst>
              <a:gd name="adj" fmla="val 3000"/>
            </a:avLst>
          </a:prstGeom>
          <a:solidFill>
            <a:srgbClr val="F4F7FA"/>
          </a:solidFill>
          <a:ln w="12700">
            <a:solidFill>
              <a:srgbClr val="E1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1371600"/>
            <a:ext cx="21945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buNone/>
            </a:pPr>
            <a:r>
              <a:rPr sz="1400" b="1" i="0">
                <a:solidFill>
                  <a:srgbClr val="065A82"/>
                </a:solidFill>
                <a:latin typeface="Cambria"/>
                <a:ea typeface="Cambria"/>
                <a:cs typeface="Cambria"/>
              </a:rPr>
              <a:t>Worked well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" y="1792224"/>
            <a:ext cx="2194560" cy="2670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19456" indent="-219456" algn="l">
              <a:lnSpc>
                <a:spcPct val="95000"/>
              </a:lnSpc>
              <a:spcAft>
                <a:spcPts val="2000"/>
              </a:spcAft>
              <a:buClr>
                <a:srgbClr val="D1630F"/>
              </a:buClr>
              <a:buSzPct val="90000"/>
              <a:buFont typeface="Wingdings"/>
              <a:buChar char="v"/>
            </a:pPr>
            <a:r>
              <a:rPr sz="1050" b="0" i="0">
                <a:solidFill>
                  <a:srgbClr val="13293D"/>
                </a:solidFill>
                <a:latin typeface="Mulish"/>
                <a:ea typeface="Mulish"/>
                <a:cs typeface="Mulish"/>
              </a:rPr>
              <a:t>Mandatory baselines made results defensible</a:t>
            </a:r>
          </a:p>
          <a:p>
            <a:pPr marL="219456" indent="-219456" algn="l">
              <a:lnSpc>
                <a:spcPct val="95000"/>
              </a:lnSpc>
              <a:spcAft>
                <a:spcPts val="2000"/>
              </a:spcAft>
              <a:buClr>
                <a:srgbClr val="D1630F"/>
              </a:buClr>
              <a:buSzPct val="90000"/>
              <a:buFont typeface="Wingdings"/>
              <a:buChar char="v"/>
            </a:pPr>
            <a:r>
              <a:rPr sz="1050" b="0" i="0">
                <a:solidFill>
                  <a:srgbClr val="13293D"/>
                </a:solidFill>
                <a:latin typeface="Mulish"/>
                <a:ea typeface="Mulish"/>
                <a:cs typeface="Mulish"/>
              </a:rPr>
              <a:t>Unchanged pipeline transferred to a second dataset</a:t>
            </a:r>
          </a:p>
          <a:p>
            <a:pPr marL="219456" indent="-219456" algn="l">
              <a:lnSpc>
                <a:spcPct val="95000"/>
              </a:lnSpc>
              <a:spcAft>
                <a:spcPts val="2000"/>
              </a:spcAft>
              <a:buClr>
                <a:srgbClr val="D1630F"/>
              </a:buClr>
              <a:buSzPct val="90000"/>
              <a:buFont typeface="Wingdings"/>
              <a:buChar char="v"/>
            </a:pPr>
            <a:r>
              <a:rPr sz="1050" b="0" i="0">
                <a:solidFill>
                  <a:srgbClr val="13293D"/>
                </a:solidFill>
                <a:latin typeface="Mulish"/>
                <a:ea typeface="Mulish"/>
                <a:cs typeface="Mulish"/>
              </a:rPr>
              <a:t>Simpler model beat the deeper one</a:t>
            </a:r>
          </a:p>
          <a:p>
            <a:pPr marL="219456" indent="-219456" algn="l">
              <a:lnSpc>
                <a:spcPct val="95000"/>
              </a:lnSpc>
              <a:spcAft>
                <a:spcPts val="2000"/>
              </a:spcAft>
              <a:buClr>
                <a:srgbClr val="D1630F"/>
              </a:buClr>
              <a:buSzPct val="90000"/>
              <a:buFont typeface="Wingdings"/>
              <a:buChar char="v"/>
            </a:pPr>
            <a:r>
              <a:rPr sz="1050" b="0" i="0">
                <a:solidFill>
                  <a:srgbClr val="13293D"/>
                </a:solidFill>
                <a:latin typeface="Mulish"/>
                <a:ea typeface="Mulish"/>
                <a:cs typeface="Mulish"/>
              </a:rPr>
              <a:t>Demo-safe dashboard never fails live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73552" y="1188720"/>
            <a:ext cx="2596896" cy="3456432"/>
          </a:xfrm>
          <a:prstGeom prst="roundRect">
            <a:avLst>
              <a:gd name="adj" fmla="val 3000"/>
            </a:avLst>
          </a:prstGeom>
          <a:solidFill>
            <a:srgbClr val="FBF1EF"/>
          </a:solidFill>
          <a:ln w="12700">
            <a:solidFill>
              <a:srgbClr val="F0D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474720" y="1371600"/>
            <a:ext cx="21945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buNone/>
            </a:pPr>
            <a:r>
              <a:rPr sz="1400" b="1" i="0">
                <a:solidFill>
                  <a:srgbClr val="B33A3A"/>
                </a:solidFill>
                <a:latin typeface="Cambria"/>
                <a:ea typeface="Cambria"/>
                <a:cs typeface="Cambria"/>
              </a:rPr>
              <a:t>Limitations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0" y="1792224"/>
            <a:ext cx="2194560" cy="2670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19456" indent="-219456" algn="l">
              <a:lnSpc>
                <a:spcPct val="95000"/>
              </a:lnSpc>
              <a:spcAft>
                <a:spcPts val="2000"/>
              </a:spcAft>
              <a:buClr>
                <a:srgbClr val="D1630F"/>
              </a:buClr>
              <a:buSzPct val="90000"/>
              <a:buFont typeface="Wingdings"/>
              <a:buChar char="v"/>
            </a:pPr>
            <a:r>
              <a:rPr sz="1050" b="0" i="0">
                <a:solidFill>
                  <a:srgbClr val="13293D"/>
                </a:solidFill>
                <a:latin typeface="Mulish"/>
                <a:ea typeface="Mulish"/>
                <a:cs typeface="Mulish"/>
              </a:rPr>
              <a:t>Metrics over a 500-hour window</a:t>
            </a:r>
          </a:p>
          <a:p>
            <a:pPr marL="219456" indent="-219456" algn="l">
              <a:lnSpc>
                <a:spcPct val="95000"/>
              </a:lnSpc>
              <a:spcAft>
                <a:spcPts val="2000"/>
              </a:spcAft>
              <a:buClr>
                <a:srgbClr val="D1630F"/>
              </a:buClr>
              <a:buSzPct val="90000"/>
              <a:buFont typeface="Wingdings"/>
              <a:buChar char="v"/>
            </a:pPr>
            <a:r>
              <a:rPr sz="1050" b="0" i="0">
                <a:solidFill>
                  <a:srgbClr val="13293D"/>
                </a:solidFill>
                <a:latin typeface="Mulish"/>
                <a:ea typeface="Mulish"/>
                <a:cs typeface="Mulish"/>
              </a:rPr>
              <a:t>Agreement study, not true accuracy</a:t>
            </a:r>
          </a:p>
          <a:p>
            <a:pPr marL="219456" indent="-219456" algn="l">
              <a:lnSpc>
                <a:spcPct val="95000"/>
              </a:lnSpc>
              <a:spcAft>
                <a:spcPts val="2000"/>
              </a:spcAft>
              <a:buClr>
                <a:srgbClr val="D1630F"/>
              </a:buClr>
              <a:buSzPct val="90000"/>
              <a:buFont typeface="Wingdings"/>
              <a:buChar char="v"/>
            </a:pPr>
            <a:r>
              <a:rPr sz="1050" b="0" i="0">
                <a:solidFill>
                  <a:srgbClr val="13293D"/>
                </a:solidFill>
                <a:latin typeface="Mulish"/>
                <a:ea typeface="Mulish"/>
                <a:cs typeface="Mulish"/>
              </a:rPr>
              <a:t>Neither dataset is industrial</a:t>
            </a:r>
          </a:p>
          <a:p>
            <a:pPr marL="219456" indent="-219456" algn="l">
              <a:lnSpc>
                <a:spcPct val="95000"/>
              </a:lnSpc>
              <a:spcAft>
                <a:spcPts val="2000"/>
              </a:spcAft>
              <a:buClr>
                <a:srgbClr val="D1630F"/>
              </a:buClr>
              <a:buSzPct val="90000"/>
              <a:buFont typeface="Wingdings"/>
              <a:buChar char="v"/>
            </a:pPr>
            <a:r>
              <a:rPr sz="1050" b="0" i="0">
                <a:solidFill>
                  <a:srgbClr val="13293D"/>
                </a:solidFill>
                <a:latin typeface="Mulish"/>
                <a:ea typeface="Mulish"/>
                <a:cs typeface="Mulish"/>
              </a:rPr>
              <a:t>Forecaster is univariate</a:t>
            </a:r>
          </a:p>
          <a:p>
            <a:pPr marL="219456" indent="-219456" algn="l">
              <a:lnSpc>
                <a:spcPct val="95000"/>
              </a:lnSpc>
              <a:spcAft>
                <a:spcPts val="2000"/>
              </a:spcAft>
              <a:buClr>
                <a:srgbClr val="D1630F"/>
              </a:buClr>
              <a:buSzPct val="90000"/>
              <a:buFont typeface="Wingdings"/>
              <a:buChar char="v"/>
            </a:pPr>
            <a:r>
              <a:rPr sz="1050" b="0" i="0">
                <a:solidFill>
                  <a:srgbClr val="13293D"/>
                </a:solidFill>
                <a:latin typeface="Mulish"/>
                <a:ea typeface="Mulish"/>
                <a:cs typeface="Mulish"/>
              </a:rPr>
              <a:t>Sensing layer not yet run live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44183" y="1188720"/>
            <a:ext cx="2596896" cy="3456432"/>
          </a:xfrm>
          <a:prstGeom prst="roundRect">
            <a:avLst>
              <a:gd name="adj" fmla="val 3000"/>
            </a:avLst>
          </a:prstGeom>
          <a:solidFill>
            <a:srgbClr val="DCE9F1"/>
          </a:solidFill>
          <a:ln w="12700">
            <a:solidFill>
              <a:srgbClr val="E1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245351" y="1371600"/>
            <a:ext cx="21945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buNone/>
            </a:pPr>
            <a:r>
              <a:rPr sz="1400" b="1" i="0">
                <a:solidFill>
                  <a:srgbClr val="065A82"/>
                </a:solidFill>
                <a:latin typeface="Cambria"/>
                <a:ea typeface="Cambria"/>
                <a:cs typeface="Cambria"/>
              </a:rPr>
              <a:t>Lessons learned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45351" y="1792224"/>
            <a:ext cx="2194560" cy="2670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19456" indent="-219456" algn="l">
              <a:lnSpc>
                <a:spcPct val="95000"/>
              </a:lnSpc>
              <a:spcAft>
                <a:spcPts val="2000"/>
              </a:spcAft>
              <a:buClr>
                <a:srgbClr val="D1630F"/>
              </a:buClr>
              <a:buSzPct val="90000"/>
              <a:buFont typeface="Wingdings"/>
              <a:buChar char="v"/>
            </a:pPr>
            <a:r>
              <a:rPr sz="1050" b="0" i="0">
                <a:solidFill>
                  <a:srgbClr val="13293D"/>
                </a:solidFill>
                <a:latin typeface="Mulish"/>
                <a:ea typeface="Mulish"/>
                <a:cs typeface="Mulish"/>
              </a:rPr>
              <a:t>Verify every source before citing it</a:t>
            </a:r>
          </a:p>
          <a:p>
            <a:pPr marL="219456" indent="-219456" algn="l">
              <a:lnSpc>
                <a:spcPct val="95000"/>
              </a:lnSpc>
              <a:spcAft>
                <a:spcPts val="2000"/>
              </a:spcAft>
              <a:buClr>
                <a:srgbClr val="D1630F"/>
              </a:buClr>
              <a:buSzPct val="90000"/>
              <a:buFont typeface="Wingdings"/>
              <a:buChar char="v"/>
            </a:pPr>
            <a:r>
              <a:rPr sz="1050" b="0" i="0">
                <a:solidFill>
                  <a:srgbClr val="13293D"/>
                </a:solidFill>
                <a:latin typeface="Mulish"/>
                <a:ea typeface="Mulish"/>
                <a:cs typeface="Mulish"/>
              </a:rPr>
              <a:t>Metric choice must follow data characteristics</a:t>
            </a:r>
          </a:p>
          <a:p>
            <a:pPr marL="219456" indent="-219456" algn="l">
              <a:lnSpc>
                <a:spcPct val="95000"/>
              </a:lnSpc>
              <a:spcAft>
                <a:spcPts val="2000"/>
              </a:spcAft>
              <a:buClr>
                <a:srgbClr val="D1630F"/>
              </a:buClr>
              <a:buSzPct val="90000"/>
              <a:buFont typeface="Wingdings"/>
              <a:buChar char="v"/>
            </a:pPr>
            <a:r>
              <a:rPr sz="1050" b="0" i="0">
                <a:solidFill>
                  <a:srgbClr val="13293D"/>
                </a:solidFill>
                <a:latin typeface="Mulish"/>
                <a:ea typeface="Mulish"/>
                <a:cs typeface="Mulish"/>
              </a:rPr>
              <a:t>Environment discipline saves days</a:t>
            </a:r>
          </a:p>
          <a:p>
            <a:pPr marL="219456" indent="-219456" algn="l">
              <a:lnSpc>
                <a:spcPct val="95000"/>
              </a:lnSpc>
              <a:spcAft>
                <a:spcPts val="2000"/>
              </a:spcAft>
              <a:buClr>
                <a:srgbClr val="D1630F"/>
              </a:buClr>
              <a:buSzPct val="90000"/>
              <a:buFont typeface="Wingdings"/>
              <a:buChar char="v"/>
            </a:pPr>
            <a:r>
              <a:rPr sz="1050" b="0" i="0">
                <a:solidFill>
                  <a:srgbClr val="13293D"/>
                </a:solidFill>
                <a:latin typeface="Mulish"/>
                <a:ea typeface="Mulish"/>
                <a:cs typeface="Mulish"/>
              </a:rPr>
              <a:t>Honest framing turns objections into rigour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600"/>
              <a:t>Contribution &amp; Future Work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188720"/>
            <a:ext cx="3931920" cy="2395728"/>
          </a:xfrm>
          <a:prstGeom prst="roundRect">
            <a:avLst>
              <a:gd name="adj" fmla="val 3000"/>
            </a:avLst>
          </a:prstGeom>
          <a:solidFill>
            <a:srgbClr val="F4F7FA"/>
          </a:solidFill>
          <a:ln w="12700">
            <a:solidFill>
              <a:srgbClr val="E1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40664" y="1371600"/>
            <a:ext cx="34747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buNone/>
            </a:pPr>
            <a:r>
              <a:rPr sz="1000" b="1" i="0" cap="all" spc="120">
                <a:solidFill>
                  <a:srgbClr val="065A82"/>
                </a:solidFill>
                <a:latin typeface="Calibri"/>
                <a:ea typeface="Calibri"/>
                <a:cs typeface="Calibri"/>
              </a:rPr>
              <a:t>Contribution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0664" y="1700784"/>
            <a:ext cx="3474720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19456" indent="-219456" algn="l">
              <a:lnSpc>
                <a:spcPct val="95000"/>
              </a:lnSpc>
              <a:spcAft>
                <a:spcPts val="900"/>
              </a:spcAft>
              <a:buClr>
                <a:srgbClr val="D1630F"/>
              </a:buClr>
              <a:buSzPct val="90000"/>
              <a:buFont typeface="Wingdings"/>
              <a:buChar char="v"/>
            </a:pPr>
            <a:r>
              <a:rPr sz="1100" b="0" i="0">
                <a:solidFill>
                  <a:srgbClr val="13293D"/>
                </a:solidFill>
                <a:latin typeface="Mulish"/>
                <a:ea typeface="Mulish"/>
                <a:cs typeface="Mulish"/>
              </a:rPr>
              <a:t>An affordable, open-source, end-to-end pipeline for SMEs</a:t>
            </a:r>
          </a:p>
          <a:p>
            <a:pPr marL="219456" indent="-219456" algn="l">
              <a:lnSpc>
                <a:spcPct val="95000"/>
              </a:lnSpc>
              <a:spcAft>
                <a:spcPts val="900"/>
              </a:spcAft>
              <a:buClr>
                <a:srgbClr val="D1630F"/>
              </a:buClr>
              <a:buSzPct val="90000"/>
              <a:buFont typeface="Wingdings"/>
              <a:buChar char="v"/>
            </a:pPr>
            <a:r>
              <a:rPr sz="1100" b="0" i="0">
                <a:solidFill>
                  <a:srgbClr val="13293D"/>
                </a:solidFill>
                <a:latin typeface="Mulish"/>
                <a:ea typeface="Mulish"/>
                <a:cs typeface="Mulish"/>
              </a:rPr>
              <a:t>LSTM forecaster validated against baselines on two datasets</a:t>
            </a:r>
          </a:p>
          <a:p>
            <a:pPr marL="219456" indent="-219456" algn="l">
              <a:lnSpc>
                <a:spcPct val="95000"/>
              </a:lnSpc>
              <a:spcAft>
                <a:spcPts val="900"/>
              </a:spcAft>
              <a:buClr>
                <a:srgbClr val="D1630F"/>
              </a:buClr>
              <a:buSzPct val="90000"/>
              <a:buFont typeface="Wingdings"/>
              <a:buChar char="v"/>
            </a:pPr>
            <a:r>
              <a:rPr sz="1100" b="0" i="0">
                <a:solidFill>
                  <a:srgbClr val="13293D"/>
                </a:solidFill>
                <a:latin typeface="Mulish"/>
                <a:ea typeface="Mulish"/>
                <a:cs typeface="Mulish"/>
              </a:rPr>
              <a:t>Label-free multivariate anomaly detection</a:t>
            </a:r>
          </a:p>
          <a:p>
            <a:pPr marL="219456" indent="-219456" algn="l">
              <a:lnSpc>
                <a:spcPct val="95000"/>
              </a:lnSpc>
              <a:spcAft>
                <a:spcPts val="900"/>
              </a:spcAft>
              <a:buClr>
                <a:srgbClr val="D1630F"/>
              </a:buClr>
              <a:buSzPct val="90000"/>
              <a:buFont typeface="Wingdings"/>
              <a:buChar char="v"/>
            </a:pPr>
            <a:r>
              <a:rPr sz="1100" b="0" i="0">
                <a:solidFill>
                  <a:srgbClr val="13293D"/>
                </a:solidFill>
                <a:latin typeface="Mulish"/>
                <a:ea typeface="Mulish"/>
                <a:cs typeface="Mulish"/>
              </a:rPr>
              <a:t>Fully reproducible artefact — code, data, models published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709160" y="1188720"/>
            <a:ext cx="3931920" cy="2395728"/>
          </a:xfrm>
          <a:prstGeom prst="roundRect">
            <a:avLst>
              <a:gd name="adj" fmla="val 3000"/>
            </a:avLst>
          </a:prstGeom>
          <a:solidFill>
            <a:srgbClr val="EFF4F8"/>
          </a:solidFill>
          <a:ln w="12700">
            <a:solidFill>
              <a:srgbClr val="E1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946904" y="1371600"/>
            <a:ext cx="34747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buNone/>
            </a:pPr>
            <a:r>
              <a:rPr sz="1000" b="1" i="0" cap="all" spc="120">
                <a:solidFill>
                  <a:srgbClr val="065A82"/>
                </a:solidFill>
                <a:latin typeface="Calibri"/>
                <a:ea typeface="Calibri"/>
                <a:cs typeface="Calibri"/>
              </a:rPr>
              <a:t>Future work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46904" y="1700784"/>
            <a:ext cx="3474720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19456" indent="-219456" algn="l">
              <a:lnSpc>
                <a:spcPct val="95000"/>
              </a:lnSpc>
              <a:spcAft>
                <a:spcPts val="900"/>
              </a:spcAft>
              <a:buClr>
                <a:srgbClr val="D1630F"/>
              </a:buClr>
              <a:buSzPct val="90000"/>
              <a:buFont typeface="Wingdings"/>
              <a:buChar char="v"/>
            </a:pPr>
            <a:r>
              <a:rPr sz="1100" b="0" i="0">
                <a:solidFill>
                  <a:srgbClr val="13293D"/>
                </a:solidFill>
                <a:latin typeface="Mulish"/>
                <a:ea typeface="Mulish"/>
                <a:cs typeface="Mulish"/>
              </a:rPr>
              <a:t>Execute the approved restaurant deployment (hardware ordered)</a:t>
            </a:r>
          </a:p>
          <a:p>
            <a:pPr marL="219456" indent="-219456" algn="l">
              <a:lnSpc>
                <a:spcPct val="95000"/>
              </a:lnSpc>
              <a:spcAft>
                <a:spcPts val="900"/>
              </a:spcAft>
              <a:buClr>
                <a:srgbClr val="D1630F"/>
              </a:buClr>
              <a:buSzPct val="90000"/>
              <a:buFont typeface="Wingdings"/>
              <a:buChar char="v"/>
            </a:pPr>
            <a:r>
              <a:rPr sz="1100" b="0" i="0">
                <a:solidFill>
                  <a:srgbClr val="13293D"/>
                </a:solidFill>
                <a:latin typeface="Mulish"/>
                <a:ea typeface="Mulish"/>
                <a:cs typeface="Mulish"/>
              </a:rPr>
              <a:t>SHAP explainability for operator trust</a:t>
            </a:r>
          </a:p>
          <a:p>
            <a:pPr marL="219456" indent="-219456" algn="l">
              <a:lnSpc>
                <a:spcPct val="95000"/>
              </a:lnSpc>
              <a:spcAft>
                <a:spcPts val="900"/>
              </a:spcAft>
              <a:buClr>
                <a:srgbClr val="D1630F"/>
              </a:buClr>
              <a:buSzPct val="90000"/>
              <a:buFont typeface="Wingdings"/>
              <a:buChar char="v"/>
            </a:pPr>
            <a:r>
              <a:rPr sz="1100" b="0" i="0">
                <a:solidFill>
                  <a:srgbClr val="13293D"/>
                </a:solidFill>
                <a:latin typeface="Mulish"/>
                <a:ea typeface="Mulish"/>
                <a:cs typeface="Mulish"/>
              </a:rPr>
              <a:t>Multivariate forecasting using weather signals</a:t>
            </a:r>
          </a:p>
          <a:p>
            <a:pPr marL="219456" indent="-219456" algn="l">
              <a:lnSpc>
                <a:spcPct val="95000"/>
              </a:lnSpc>
              <a:spcAft>
                <a:spcPts val="900"/>
              </a:spcAft>
              <a:buClr>
                <a:srgbClr val="D1630F"/>
              </a:buClr>
              <a:buSzPct val="90000"/>
              <a:buFont typeface="Wingdings"/>
              <a:buChar char="v"/>
            </a:pPr>
            <a:r>
              <a:rPr sz="1100" b="0" i="0">
                <a:solidFill>
                  <a:srgbClr val="13293D"/>
                </a:solidFill>
                <a:latin typeface="Mulish"/>
                <a:ea typeface="Mulish"/>
                <a:cs typeface="Mulish"/>
              </a:rPr>
              <a:t>Model quantisation for on-device TinyML inference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3749039"/>
            <a:ext cx="8138160" cy="896112"/>
          </a:xfrm>
          <a:prstGeom prst="roundRect">
            <a:avLst>
              <a:gd name="adj" fmla="val 3000"/>
            </a:avLst>
          </a:prstGeom>
          <a:solidFill>
            <a:srgbClr val="1329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7240" y="3858768"/>
            <a:ext cx="7589520" cy="6766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sz="1400" b="1" i="0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Capabilities once confined to systems costing tens of thousands of pounds,</a:t>
            </a:r>
          </a:p>
          <a:p>
            <a:pPr marL="0" indent="0" algn="ctr">
              <a:lnSpc>
                <a:spcPct val="105000"/>
              </a:lnSpc>
              <a:buNone/>
            </a:pPr>
            <a:r>
              <a:rPr sz="1400" b="1" i="0">
                <a:solidFill>
                  <a:srgbClr val="C6DBE8"/>
                </a:solidFill>
                <a:latin typeface="Cambria"/>
                <a:ea typeface="Cambria"/>
                <a:cs typeface="Cambria"/>
              </a:rPr>
              <a:t>demonstrated on £30 of hardware and open-source software.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1008" y="256076"/>
            <a:ext cx="7704000" cy="540912"/>
          </a:xfrm>
        </p:spPr>
        <p:txBody>
          <a:bodyPr wrap="square"/>
          <a:lstStyle/>
          <a:p>
            <a:r>
              <a:rPr sz="2600" dirty="0"/>
              <a:t>References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46459"/>
            <a:ext cx="81381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buNone/>
            </a:pPr>
            <a:r>
              <a:rPr sz="1000" b="1" i="0" cap="all" spc="120" dirty="0">
                <a:solidFill>
                  <a:srgbClr val="D1630F"/>
                </a:solidFill>
                <a:latin typeface="Calibri"/>
                <a:ea typeface="Calibri"/>
                <a:cs typeface="Calibri"/>
              </a:rPr>
              <a:t>Selected from 43 verified sources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965915"/>
            <a:ext cx="8138160" cy="3717702"/>
          </a:xfrm>
          <a:prstGeom prst="roundRect">
            <a:avLst>
              <a:gd name="adj" fmla="val 3000"/>
            </a:avLst>
          </a:prstGeom>
          <a:solidFill>
            <a:srgbClr val="F4F7FA"/>
          </a:solidFill>
          <a:ln w="12700">
            <a:solidFill>
              <a:srgbClr val="E1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35572" y="1133490"/>
            <a:ext cx="7864484" cy="33470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56032" indent="-256032" algn="just">
              <a:lnSpc>
                <a:spcPct val="90000"/>
              </a:lnSpc>
              <a:spcAft>
                <a:spcPts val="500"/>
              </a:spcAft>
              <a:buFont typeface="+mj-lt"/>
              <a:buAutoNum type="arabicPeriod"/>
            </a:pPr>
            <a:r>
              <a:rPr lang="en-US" sz="1000" dirty="0">
                <a:solidFill>
                  <a:srgbClr val="13293D"/>
                </a:solidFill>
                <a:latin typeface="Mulish"/>
                <a:ea typeface="Mulish"/>
                <a:cs typeface="Mulish"/>
              </a:rPr>
              <a:t>S. Hochreiter and J. </a:t>
            </a:r>
            <a:r>
              <a:rPr lang="en-US" sz="1000" dirty="0" err="1">
                <a:solidFill>
                  <a:srgbClr val="13293D"/>
                </a:solidFill>
                <a:latin typeface="Mulish"/>
                <a:ea typeface="Mulish"/>
                <a:cs typeface="Mulish"/>
              </a:rPr>
              <a:t>Schmidhuber</a:t>
            </a:r>
            <a:r>
              <a:rPr lang="en-US" sz="1000" dirty="0">
                <a:solidFill>
                  <a:srgbClr val="13293D"/>
                </a:solidFill>
                <a:latin typeface="Mulish"/>
                <a:ea typeface="Mulish"/>
                <a:cs typeface="Mulish"/>
              </a:rPr>
              <a:t>, “Long short-term memory,” Neural </a:t>
            </a:r>
            <a:r>
              <a:rPr lang="en-US" sz="1000" dirty="0" err="1">
                <a:solidFill>
                  <a:srgbClr val="13293D"/>
                </a:solidFill>
                <a:latin typeface="Mulish"/>
                <a:ea typeface="Mulish"/>
                <a:cs typeface="Mulish"/>
              </a:rPr>
              <a:t>Comput</a:t>
            </a:r>
            <a:r>
              <a:rPr lang="en-US" sz="1000" dirty="0">
                <a:solidFill>
                  <a:srgbClr val="13293D"/>
                </a:solidFill>
                <a:latin typeface="Mulish"/>
                <a:ea typeface="Mulish"/>
                <a:cs typeface="Mulish"/>
              </a:rPr>
              <a:t>., vol. 9, no. 8, pp. 1735–1780, Nov. 1997.</a:t>
            </a:r>
          </a:p>
          <a:p>
            <a:pPr marL="256032" indent="-256032" algn="just">
              <a:lnSpc>
                <a:spcPct val="90000"/>
              </a:lnSpc>
              <a:spcAft>
                <a:spcPts val="500"/>
              </a:spcAft>
              <a:buFont typeface="+mj-lt"/>
              <a:buAutoNum type="arabicPeriod"/>
            </a:pPr>
            <a:r>
              <a:rPr lang="en-US" sz="1000" dirty="0">
                <a:solidFill>
                  <a:srgbClr val="13293D"/>
                </a:solidFill>
                <a:latin typeface="Mulish"/>
                <a:ea typeface="Mulish"/>
                <a:cs typeface="Mulish"/>
              </a:rPr>
              <a:t>F. T. Liu, K. M. Ting, and Z.-H. Zhou, “Isolation forest,” in Proc. 8th IEEE Int. Conf. Data Mining (ICDM), Pisa, Italy, Dec. 2008, pp. 413–422.</a:t>
            </a:r>
          </a:p>
          <a:p>
            <a:pPr marL="256032" indent="-256032" algn="just">
              <a:lnSpc>
                <a:spcPct val="90000"/>
              </a:lnSpc>
              <a:spcAft>
                <a:spcPts val="500"/>
              </a:spcAft>
              <a:buFont typeface="+mj-lt"/>
              <a:buAutoNum type="arabicPeriod"/>
            </a:pPr>
            <a:r>
              <a:rPr lang="en-US" sz="1000" dirty="0">
                <a:solidFill>
                  <a:srgbClr val="13293D"/>
                </a:solidFill>
                <a:latin typeface="Mulish"/>
                <a:ea typeface="Mulish"/>
                <a:cs typeface="Mulish"/>
              </a:rPr>
              <a:t>W. Kong, Z. Y. Dong, Y. Jia, D. J. Hill, Y. Xu, and Y. Zhang, “Short-term residential load forecasting based on LSTM recurrent neural network,” IEEE Trans. Smart Grid, vol. 10, no. 1, pp. 841–851, Jan. 2019.</a:t>
            </a:r>
          </a:p>
          <a:p>
            <a:pPr marL="256032" indent="-256032" algn="just">
              <a:lnSpc>
                <a:spcPct val="90000"/>
              </a:lnSpc>
              <a:spcAft>
                <a:spcPts val="500"/>
              </a:spcAft>
              <a:buFont typeface="+mj-lt"/>
              <a:buAutoNum type="arabicPeriod"/>
            </a:pPr>
            <a:r>
              <a:rPr lang="en-US" sz="1000" dirty="0">
                <a:solidFill>
                  <a:srgbClr val="13293D"/>
                </a:solidFill>
                <a:latin typeface="Mulish"/>
                <a:ea typeface="Mulish"/>
                <a:cs typeface="Mulish"/>
              </a:rPr>
              <a:t>S. </a:t>
            </a:r>
            <a:r>
              <a:rPr lang="en-US" sz="1000" dirty="0" err="1">
                <a:solidFill>
                  <a:srgbClr val="13293D"/>
                </a:solidFill>
                <a:latin typeface="Mulish"/>
                <a:ea typeface="Mulish"/>
                <a:cs typeface="Mulish"/>
              </a:rPr>
              <a:t>Makridakis</a:t>
            </a:r>
            <a:r>
              <a:rPr lang="en-US" sz="1000" dirty="0">
                <a:solidFill>
                  <a:srgbClr val="13293D"/>
                </a:solidFill>
                <a:latin typeface="Mulish"/>
                <a:ea typeface="Mulish"/>
                <a:cs typeface="Mulish"/>
              </a:rPr>
              <a:t>, E. Spiliotis, and V. </a:t>
            </a:r>
            <a:r>
              <a:rPr lang="en-US" sz="1000" dirty="0" err="1">
                <a:solidFill>
                  <a:srgbClr val="13293D"/>
                </a:solidFill>
                <a:latin typeface="Mulish"/>
                <a:ea typeface="Mulish"/>
                <a:cs typeface="Mulish"/>
              </a:rPr>
              <a:t>Assimakopoulos</a:t>
            </a:r>
            <a:r>
              <a:rPr lang="en-US" sz="1000" dirty="0">
                <a:solidFill>
                  <a:srgbClr val="13293D"/>
                </a:solidFill>
                <a:latin typeface="Mulish"/>
                <a:ea typeface="Mulish"/>
                <a:cs typeface="Mulish"/>
              </a:rPr>
              <a:t>, “Statistical and machine learning forecasting methods: Concerns and ways forward,” </a:t>
            </a:r>
            <a:r>
              <a:rPr lang="en-US" sz="1000" dirty="0" err="1">
                <a:solidFill>
                  <a:srgbClr val="13293D"/>
                </a:solidFill>
                <a:latin typeface="Mulish"/>
                <a:ea typeface="Mulish"/>
                <a:cs typeface="Mulish"/>
              </a:rPr>
              <a:t>PLoS</a:t>
            </a:r>
            <a:r>
              <a:rPr lang="en-US" sz="1000" dirty="0">
                <a:solidFill>
                  <a:srgbClr val="13293D"/>
                </a:solidFill>
                <a:latin typeface="Mulish"/>
                <a:ea typeface="Mulish"/>
                <a:cs typeface="Mulish"/>
              </a:rPr>
              <a:t> ONE, vol. 13, no. 3, Art. no. e0194889, Mar. 2018.</a:t>
            </a:r>
          </a:p>
          <a:p>
            <a:pPr marL="256032" indent="-256032" algn="just">
              <a:lnSpc>
                <a:spcPct val="90000"/>
              </a:lnSpc>
              <a:spcAft>
                <a:spcPts val="500"/>
              </a:spcAft>
              <a:buFont typeface="+mj-lt"/>
              <a:buAutoNum type="arabicPeriod"/>
            </a:pPr>
            <a:r>
              <a:rPr lang="en-US" sz="1000" dirty="0">
                <a:solidFill>
                  <a:srgbClr val="13293D"/>
                </a:solidFill>
                <a:latin typeface="Mulish"/>
                <a:ea typeface="Mulish"/>
                <a:cs typeface="Mulish"/>
              </a:rPr>
              <a:t>Y. Himeur, K. Ghanem, A. </a:t>
            </a:r>
            <a:r>
              <a:rPr lang="en-US" sz="1000" dirty="0" err="1">
                <a:solidFill>
                  <a:srgbClr val="13293D"/>
                </a:solidFill>
                <a:latin typeface="Mulish"/>
                <a:ea typeface="Mulish"/>
                <a:cs typeface="Mulish"/>
              </a:rPr>
              <a:t>Alsalemi</a:t>
            </a:r>
            <a:r>
              <a:rPr lang="en-US" sz="1000" dirty="0">
                <a:solidFill>
                  <a:srgbClr val="13293D"/>
                </a:solidFill>
                <a:latin typeface="Mulish"/>
                <a:ea typeface="Mulish"/>
                <a:cs typeface="Mulish"/>
              </a:rPr>
              <a:t>, F. </a:t>
            </a:r>
            <a:r>
              <a:rPr lang="en-US" sz="1000" dirty="0" err="1">
                <a:solidFill>
                  <a:srgbClr val="13293D"/>
                </a:solidFill>
                <a:latin typeface="Mulish"/>
                <a:ea typeface="Mulish"/>
                <a:cs typeface="Mulish"/>
              </a:rPr>
              <a:t>Bensaali</a:t>
            </a:r>
            <a:r>
              <a:rPr lang="en-US" sz="1000" dirty="0">
                <a:solidFill>
                  <a:srgbClr val="13293D"/>
                </a:solidFill>
                <a:latin typeface="Mulish"/>
                <a:ea typeface="Mulish"/>
                <a:cs typeface="Mulish"/>
              </a:rPr>
              <a:t>, and A. Amira, “Artificial intelligence based anomaly detection of energy consumption in buildings: A review, current trends and new perspectives,” Appl. Energy, vol. 287, Art. no. 116601, Apr. 2021.</a:t>
            </a:r>
          </a:p>
          <a:p>
            <a:pPr marL="256032" indent="-256032" algn="just">
              <a:lnSpc>
                <a:spcPct val="90000"/>
              </a:lnSpc>
              <a:spcAft>
                <a:spcPts val="500"/>
              </a:spcAft>
              <a:buFont typeface="+mj-lt"/>
              <a:buAutoNum type="arabicPeriod"/>
            </a:pPr>
            <a:r>
              <a:rPr lang="en-US" sz="1000" dirty="0">
                <a:solidFill>
                  <a:srgbClr val="13293D"/>
                </a:solidFill>
                <a:latin typeface="Mulish"/>
                <a:ea typeface="Mulish"/>
                <a:cs typeface="Mulish"/>
              </a:rPr>
              <a:t>R. Bin </a:t>
            </a:r>
            <a:r>
              <a:rPr lang="en-US" sz="1000" dirty="0" err="1">
                <a:solidFill>
                  <a:srgbClr val="13293D"/>
                </a:solidFill>
                <a:latin typeface="Mulish"/>
                <a:ea typeface="Mulish"/>
                <a:cs typeface="Mulish"/>
              </a:rPr>
              <a:t>Mofidul</a:t>
            </a:r>
            <a:r>
              <a:rPr lang="en-US" sz="1000" dirty="0">
                <a:solidFill>
                  <a:srgbClr val="13293D"/>
                </a:solidFill>
                <a:latin typeface="Mulish"/>
                <a:ea typeface="Mulish"/>
                <a:cs typeface="Mulish"/>
              </a:rPr>
              <a:t>, M. M. Alam, M. H. Rahman, and Y. M. Jang, “Real-time energy data acquisition, anomaly detection, and monitoring system: Implementation of a secured, robust, and integrated global </a:t>
            </a:r>
            <a:r>
              <a:rPr lang="en-US" sz="1000" dirty="0" err="1">
                <a:solidFill>
                  <a:srgbClr val="13293D"/>
                </a:solidFill>
                <a:latin typeface="Mulish"/>
                <a:ea typeface="Mulish"/>
                <a:cs typeface="Mulish"/>
              </a:rPr>
              <a:t>IIoT</a:t>
            </a:r>
            <a:r>
              <a:rPr lang="en-US" sz="1000" dirty="0">
                <a:solidFill>
                  <a:srgbClr val="13293D"/>
                </a:solidFill>
                <a:latin typeface="Mulish"/>
                <a:ea typeface="Mulish"/>
                <a:cs typeface="Mulish"/>
              </a:rPr>
              <a:t> infrastructure with edge and cloud AI,” Sensors, vol. 22, no. 22, Art. no. 8980, Nov. 2022.</a:t>
            </a:r>
          </a:p>
          <a:p>
            <a:pPr marL="256032" indent="-256032" algn="just">
              <a:lnSpc>
                <a:spcPct val="90000"/>
              </a:lnSpc>
              <a:spcAft>
                <a:spcPts val="500"/>
              </a:spcAft>
              <a:buFont typeface="+mj-lt"/>
              <a:buAutoNum type="arabicPeriod"/>
            </a:pPr>
            <a:r>
              <a:rPr lang="en-US" sz="1000" dirty="0">
                <a:solidFill>
                  <a:srgbClr val="13293D"/>
                </a:solidFill>
                <a:latin typeface="Mulish"/>
                <a:ea typeface="Mulish"/>
                <a:cs typeface="Mulish"/>
              </a:rPr>
              <a:t>S. Baskar et al., “Edge-powered monitoring with Arduino Nano BLE Sense: Real-time industrial wastewater quality assessment,” in Proc. Int. Conf. Commun., </a:t>
            </a:r>
            <a:r>
              <a:rPr lang="en-US" sz="1000" dirty="0" err="1">
                <a:solidFill>
                  <a:srgbClr val="13293D"/>
                </a:solidFill>
                <a:latin typeface="Mulish"/>
                <a:ea typeface="Mulish"/>
                <a:cs typeface="Mulish"/>
              </a:rPr>
              <a:t>Comput</a:t>
            </a:r>
            <a:r>
              <a:rPr lang="en-US" sz="1000" dirty="0">
                <a:solidFill>
                  <a:srgbClr val="13293D"/>
                </a:solidFill>
                <a:latin typeface="Mulish"/>
                <a:ea typeface="Mulish"/>
                <a:cs typeface="Mulish"/>
              </a:rPr>
              <a:t>., Smart Materials Devices (ICCCSMD), Chennai, India, Dec. 2024.</a:t>
            </a:r>
          </a:p>
          <a:p>
            <a:pPr marL="256032" indent="-256032" algn="just">
              <a:lnSpc>
                <a:spcPct val="90000"/>
              </a:lnSpc>
              <a:spcAft>
                <a:spcPts val="500"/>
              </a:spcAft>
              <a:buFont typeface="+mj-lt"/>
              <a:buAutoNum type="arabicPeriod"/>
            </a:pPr>
            <a:r>
              <a:rPr lang="en-US" sz="1000" dirty="0">
                <a:solidFill>
                  <a:srgbClr val="13293D"/>
                </a:solidFill>
                <a:latin typeface="Mulish"/>
                <a:ea typeface="Mulish"/>
                <a:cs typeface="Mulish"/>
              </a:rPr>
              <a:t>P. Warden and D. </a:t>
            </a:r>
            <a:r>
              <a:rPr lang="en-US" sz="1000" dirty="0" err="1">
                <a:solidFill>
                  <a:srgbClr val="13293D"/>
                </a:solidFill>
                <a:latin typeface="Mulish"/>
                <a:ea typeface="Mulish"/>
                <a:cs typeface="Mulish"/>
              </a:rPr>
              <a:t>Situnayake</a:t>
            </a:r>
            <a:r>
              <a:rPr lang="en-US" sz="1000" dirty="0">
                <a:solidFill>
                  <a:srgbClr val="13293D"/>
                </a:solidFill>
                <a:latin typeface="Mulish"/>
                <a:ea typeface="Mulish"/>
                <a:cs typeface="Mulish"/>
              </a:rPr>
              <a:t>, </a:t>
            </a:r>
            <a:r>
              <a:rPr lang="en-US" sz="1000" dirty="0" err="1">
                <a:solidFill>
                  <a:srgbClr val="13293D"/>
                </a:solidFill>
                <a:latin typeface="Mulish"/>
                <a:ea typeface="Mulish"/>
                <a:cs typeface="Mulish"/>
              </a:rPr>
              <a:t>TinyML</a:t>
            </a:r>
            <a:r>
              <a:rPr lang="en-US" sz="1000" dirty="0">
                <a:solidFill>
                  <a:srgbClr val="13293D"/>
                </a:solidFill>
                <a:latin typeface="Mulish"/>
                <a:ea typeface="Mulish"/>
                <a:cs typeface="Mulish"/>
              </a:rPr>
              <a:t>: Machine Learning with TensorFlow Lite on Arduino and Ultra-Low-Power Microcontrollers. Sebastopol, CA, USA: O’Reilly Media, 2019.</a:t>
            </a:r>
          </a:p>
          <a:p>
            <a:pPr marL="256032" indent="-256032" algn="just">
              <a:lnSpc>
                <a:spcPct val="90000"/>
              </a:lnSpc>
              <a:spcAft>
                <a:spcPts val="500"/>
              </a:spcAft>
              <a:buFont typeface="+mj-lt"/>
              <a:buAutoNum type="arabicPeriod"/>
            </a:pPr>
            <a:r>
              <a:rPr lang="en-US" sz="1000" dirty="0">
                <a:solidFill>
                  <a:srgbClr val="13293D"/>
                </a:solidFill>
                <a:latin typeface="Mulish"/>
                <a:ea typeface="Mulish"/>
                <a:cs typeface="Mulish"/>
              </a:rPr>
              <a:t>G. </a:t>
            </a:r>
            <a:r>
              <a:rPr lang="en-US" sz="1000" dirty="0" err="1">
                <a:solidFill>
                  <a:srgbClr val="13293D"/>
                </a:solidFill>
                <a:latin typeface="Mulish"/>
                <a:ea typeface="Mulish"/>
                <a:cs typeface="Mulish"/>
              </a:rPr>
              <a:t>Hebrail</a:t>
            </a:r>
            <a:r>
              <a:rPr lang="en-US" sz="1000" dirty="0">
                <a:solidFill>
                  <a:srgbClr val="13293D"/>
                </a:solidFill>
                <a:latin typeface="Mulish"/>
                <a:ea typeface="Mulish"/>
                <a:cs typeface="Mulish"/>
              </a:rPr>
              <a:t> and A. Berard, “Individual household electric power consumption,” UCI Machine Learning Repository, 2012, </a:t>
            </a:r>
            <a:r>
              <a:rPr lang="en-US" sz="1000" dirty="0" err="1">
                <a:solidFill>
                  <a:srgbClr val="13293D"/>
                </a:solidFill>
                <a:latin typeface="Mulish"/>
                <a:ea typeface="Mulish"/>
                <a:cs typeface="Mulish"/>
              </a:rPr>
              <a:t>doi</a:t>
            </a:r>
            <a:r>
              <a:rPr lang="en-US" sz="1000" dirty="0">
                <a:solidFill>
                  <a:srgbClr val="13293D"/>
                </a:solidFill>
                <a:latin typeface="Mulish"/>
                <a:ea typeface="Mulish"/>
                <a:cs typeface="Mulish"/>
              </a:rPr>
              <a:t>: 10.24432/C58K54.</a:t>
            </a:r>
          </a:p>
          <a:p>
            <a:pPr marL="256032" indent="-256032" algn="just">
              <a:lnSpc>
                <a:spcPct val="90000"/>
              </a:lnSpc>
              <a:spcAft>
                <a:spcPts val="500"/>
              </a:spcAft>
              <a:buFont typeface="+mj-lt"/>
              <a:buAutoNum type="arabicPeriod"/>
            </a:pPr>
            <a:r>
              <a:rPr lang="en-US" sz="1000" dirty="0">
                <a:solidFill>
                  <a:srgbClr val="13293D"/>
                </a:solidFill>
                <a:latin typeface="Mulish"/>
                <a:ea typeface="Mulish"/>
                <a:cs typeface="Mulish"/>
              </a:rPr>
              <a:t>A. R. Hevner, S. T. March, J. Park, and S. Ram, “Design science in information systems research,” MIS Quart., vol. 28, no. 1, pp. 75–105, Mar. 2004.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72270" y="4731653"/>
            <a:ext cx="81381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ctr">
              <a:buNone/>
            </a:pPr>
            <a:r>
              <a:rPr sz="1050" b="0" i="1" dirty="0">
                <a:solidFill>
                  <a:srgbClr val="5A6B7B"/>
                </a:solidFill>
                <a:latin typeface="Calibri"/>
                <a:ea typeface="Calibri"/>
                <a:cs typeface="Calibri"/>
              </a:rPr>
              <a:t>Full 43-entry bibliography in the paper and supporting material  ·  github.com/S1122A/</a:t>
            </a:r>
            <a:r>
              <a:rPr sz="1050" b="0" i="1" dirty="0" err="1">
                <a:solidFill>
                  <a:srgbClr val="5A6B7B"/>
                </a:solidFill>
                <a:latin typeface="Calibri"/>
                <a:ea typeface="Calibri"/>
                <a:cs typeface="Calibri"/>
              </a:rPr>
              <a:t>SmartGrid</a:t>
            </a:r>
            <a:r>
              <a:rPr sz="1050" b="0" i="1" dirty="0">
                <a:solidFill>
                  <a:srgbClr val="5A6B7B"/>
                </a:solidFill>
                <a:latin typeface="Calibri"/>
                <a:ea typeface="Calibri"/>
                <a:cs typeface="Calibri"/>
              </a:rPr>
              <a:t>-Dissertation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lectricity Access Meeting by Slidesgo">
  <a:themeElements>
    <a:clrScheme name="Simple Light">
      <a:dk1>
        <a:srgbClr val="1D1D1B"/>
      </a:dk1>
      <a:lt1>
        <a:srgbClr val="D1630F"/>
      </a:lt1>
      <a:dk2>
        <a:srgbClr val="E5E5E5"/>
      </a:dk2>
      <a:lt2>
        <a:srgbClr val="CCCCCC"/>
      </a:lt2>
      <a:accent1>
        <a:srgbClr val="B4B4B4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1D1D1B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lidesgo Final Pages">
  <a:themeElements>
    <a:clrScheme name="Simple Light">
      <a:dk1>
        <a:srgbClr val="0E2A47"/>
      </a:dk1>
      <a:lt1>
        <a:srgbClr val="FFFFFF"/>
      </a:lt1>
      <a:dk2>
        <a:srgbClr val="869FB2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869FB2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2172</Words>
  <Application>Microsoft Office PowerPoint</Application>
  <PresentationFormat>On-screen Show (16:9)</PresentationFormat>
  <Paragraphs>327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21</vt:i4>
      </vt:variant>
    </vt:vector>
  </HeadingPairs>
  <TitlesOfParts>
    <vt:vector size="34" baseType="lpstr">
      <vt:lpstr>Goldman</vt:lpstr>
      <vt:lpstr>Proxima Nova</vt:lpstr>
      <vt:lpstr>Mulish</vt:lpstr>
      <vt:lpstr>Arimo</vt:lpstr>
      <vt:lpstr>Mulish Light</vt:lpstr>
      <vt:lpstr>Arial</vt:lpstr>
      <vt:lpstr>Nunito Light</vt:lpstr>
      <vt:lpstr>Times New Roman</vt:lpstr>
      <vt:lpstr>Cambria</vt:lpstr>
      <vt:lpstr>Wingdings</vt:lpstr>
      <vt:lpstr>Calibri</vt:lpstr>
      <vt:lpstr>Electricity Access Meeting by Slidesgo</vt:lpstr>
      <vt:lpstr>Slidesgo Final Pages</vt:lpstr>
      <vt:lpstr>Smart Grid Sensor Network for Industrial Energy Management Using IoT and Machine Learning</vt:lpstr>
      <vt:lpstr>Contents</vt:lpstr>
      <vt:lpstr>A third of the world’s energy is used by industry</vt:lpstr>
      <vt:lpstr>Research Background</vt:lpstr>
      <vt:lpstr>Problem &amp; Research Gap</vt:lpstr>
      <vt:lpstr>Aim &amp; Objectives</vt:lpstr>
      <vt:lpstr>System Overview: Pipeline Architecture</vt:lpstr>
      <vt:lpstr>Data Collection</vt:lpstr>
      <vt:lpstr>Key Design Decisions</vt:lpstr>
      <vt:lpstr>Final System Architecture</vt:lpstr>
      <vt:lpstr>Algorithmic Workflow</vt:lpstr>
      <vt:lpstr>Prototype Evidence</vt:lpstr>
      <vt:lpstr>Generated Output</vt:lpstr>
      <vt:lpstr>Validation &amp; Repair Evidence</vt:lpstr>
      <vt:lpstr>Results &amp; Evaluation</vt:lpstr>
      <vt:lpstr>Baseline vs Proposed Pipeline</vt:lpstr>
      <vt:lpstr>Performance Benchmarks</vt:lpstr>
      <vt:lpstr>Validation Flow</vt:lpstr>
      <vt:lpstr>Critical Reflection</vt:lpstr>
      <vt:lpstr>Contribution &amp; Future Work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SAEED SARWAR ANAS</dc:creator>
  <cp:lastModifiedBy>SAEED SARWAR ANAS</cp:lastModifiedBy>
  <cp:revision>2</cp:revision>
  <dcterms:modified xsi:type="dcterms:W3CDTF">2026-09-02T02:11:41Z</dcterms:modified>
</cp:coreProperties>
</file>